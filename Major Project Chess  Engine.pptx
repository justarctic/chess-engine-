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Anaheim" panose="020B0604020202020204" charset="0"/>
      <p:regular r:id="rId15"/>
      <p:bold r:id="rId16"/>
    </p:embeddedFont>
    <p:embeddedFont>
      <p:font typeface="Oranienbaum" panose="020F0502020204030204" pitchFamily="2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20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e35c3613c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e35c3613c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e2b3de137c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e2b3de137c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e2b3de137c_0_19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e2b3de137c_0_19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e2b3de137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e2b3de137c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e35c3613c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e35c3613c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e2b3de137c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e2b3de137c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e2b3de137c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e2b3de137c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e2b3de137c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e2b3de137c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2b3de137c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2b3de137c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e2b3de137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e2b3de137c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e2b3de137c_0_199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e2b3de137c_0_199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2840" y="1523850"/>
            <a:ext cx="2298696" cy="5825846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562465" y="1523850"/>
            <a:ext cx="2298696" cy="5825846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178025" y="1180900"/>
            <a:ext cx="4788000" cy="224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74425" y="3461900"/>
            <a:ext cx="45951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2132799" y="1034101"/>
            <a:ext cx="2582312" cy="5801740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 rot="10800000">
            <a:off x="562674" y="-1388749"/>
            <a:ext cx="2582312" cy="5801740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820350" y="2659450"/>
            <a:ext cx="3185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 b="1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5140600" y="3499575"/>
            <a:ext cx="2544900" cy="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1359850" y="3433125"/>
            <a:ext cx="2887200" cy="11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2"/>
          </p:nvPr>
        </p:nvSpPr>
        <p:spPr>
          <a:xfrm>
            <a:off x="1618413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3"/>
          </p:nvPr>
        </p:nvSpPr>
        <p:spPr>
          <a:xfrm>
            <a:off x="4897050" y="3433125"/>
            <a:ext cx="2887200" cy="11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4"/>
          </p:nvPr>
        </p:nvSpPr>
        <p:spPr>
          <a:xfrm>
            <a:off x="5155588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720000" y="1692550"/>
            <a:ext cx="4655400" cy="23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57" name="Google Shape;57;p7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58" name="Google Shape;58;p7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7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7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8"/>
          <p:cNvGrpSpPr/>
          <p:nvPr/>
        </p:nvGrpSpPr>
        <p:grpSpPr>
          <a:xfrm>
            <a:off x="209625" y="144000"/>
            <a:ext cx="8724275" cy="4855625"/>
            <a:chOff x="209625" y="144000"/>
            <a:chExt cx="8724275" cy="4855625"/>
          </a:xfrm>
        </p:grpSpPr>
        <p:sp>
          <p:nvSpPr>
            <p:cNvPr id="66" name="Google Shape;66;p8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8"/>
            <p:cNvSpPr/>
            <p:nvPr/>
          </p:nvSpPr>
          <p:spPr>
            <a:xfrm>
              <a:off x="209625" y="144000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209625" y="4751825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8686100" y="144000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8686100" y="4751825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1388100" y="930075"/>
            <a:ext cx="6367800" cy="3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7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3904176" y="540000"/>
            <a:ext cx="2529280" cy="6410354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9"/>
          <p:cNvSpPr/>
          <p:nvPr/>
        </p:nvSpPr>
        <p:spPr>
          <a:xfrm rot="-5400000">
            <a:off x="6565639" y="140623"/>
            <a:ext cx="1498325" cy="2218378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"/>
          <p:cNvSpPr/>
          <p:nvPr/>
        </p:nvSpPr>
        <p:spPr>
          <a:xfrm rot="10800000">
            <a:off x="3260709" y="-313806"/>
            <a:ext cx="1242832" cy="2608847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6345932" y="2088501"/>
            <a:ext cx="1937723" cy="4353526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9"/>
          <p:cNvSpPr/>
          <p:nvPr/>
        </p:nvSpPr>
        <p:spPr>
          <a:xfrm rot="5400000" flipH="1">
            <a:off x="1080039" y="140623"/>
            <a:ext cx="1498325" cy="2218378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2310300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8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651600"/>
            <a:ext cx="3475200" cy="9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0" name="Google Shape;80;p9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>
            <a:spLocks noGrp="1"/>
          </p:cNvSpPr>
          <p:nvPr>
            <p:ph type="body" idx="1"/>
          </p:nvPr>
        </p:nvSpPr>
        <p:spPr>
          <a:xfrm>
            <a:off x="947925" y="922700"/>
            <a:ext cx="32655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900" b="1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defRPr>
            </a:lvl1pPr>
          </a:lstStyle>
          <a:p>
            <a:endParaRPr/>
          </a:p>
        </p:txBody>
      </p:sp>
      <p:sp>
        <p:nvSpPr>
          <p:cNvPr id="87" name="Google Shape;87;p10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0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0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0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0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1235225" y="470300"/>
            <a:ext cx="2442901" cy="6191431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1"/>
          <p:cNvSpPr/>
          <p:nvPr/>
        </p:nvSpPr>
        <p:spPr>
          <a:xfrm rot="5400000" flipH="1">
            <a:off x="3525284" y="2967881"/>
            <a:ext cx="1127185" cy="166885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1"/>
          <p:cNvSpPr/>
          <p:nvPr/>
        </p:nvSpPr>
        <p:spPr>
          <a:xfrm rot="10800000">
            <a:off x="875385" y="-295531"/>
            <a:ext cx="932089" cy="1956606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1"/>
          <p:cNvSpPr/>
          <p:nvPr/>
        </p:nvSpPr>
        <p:spPr>
          <a:xfrm rot="5400000">
            <a:off x="-1198893" y="1625551"/>
            <a:ext cx="1937723" cy="4353526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1"/>
          <p:cNvSpPr/>
          <p:nvPr/>
        </p:nvSpPr>
        <p:spPr>
          <a:xfrm rot="5400000" flipH="1">
            <a:off x="-98266" y="1479981"/>
            <a:ext cx="1127185" cy="166885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title" hasCustomPrompt="1"/>
          </p:nvPr>
        </p:nvSpPr>
        <p:spPr>
          <a:xfrm>
            <a:off x="3185300" y="870475"/>
            <a:ext cx="5238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11"/>
          <p:cNvSpPr txBox="1">
            <a:spLocks noGrp="1"/>
          </p:cNvSpPr>
          <p:nvPr>
            <p:ph type="subTitle" idx="1"/>
          </p:nvPr>
        </p:nvSpPr>
        <p:spPr>
          <a:xfrm>
            <a:off x="5458800" y="2765788"/>
            <a:ext cx="29652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1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TWO_COLUMNS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2" hasCustomPrompt="1"/>
          </p:nvPr>
        </p:nvSpPr>
        <p:spPr>
          <a:xfrm>
            <a:off x="780188" y="16344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"/>
          </p:nvPr>
        </p:nvSpPr>
        <p:spPr>
          <a:xfrm>
            <a:off x="1932788" y="22452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3"/>
          </p:nvPr>
        </p:nvSpPr>
        <p:spPr>
          <a:xfrm>
            <a:off x="1932788" y="17106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4" hasCustomPrompt="1"/>
          </p:nvPr>
        </p:nvSpPr>
        <p:spPr>
          <a:xfrm>
            <a:off x="4720913" y="16344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5"/>
          </p:nvPr>
        </p:nvSpPr>
        <p:spPr>
          <a:xfrm>
            <a:off x="5873513" y="22452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6"/>
          </p:nvPr>
        </p:nvSpPr>
        <p:spPr>
          <a:xfrm>
            <a:off x="5873513" y="17106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7" hasCustomPrompt="1"/>
          </p:nvPr>
        </p:nvSpPr>
        <p:spPr>
          <a:xfrm>
            <a:off x="780188" y="30956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8"/>
          </p:nvPr>
        </p:nvSpPr>
        <p:spPr>
          <a:xfrm>
            <a:off x="1932788" y="37064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9"/>
          </p:nvPr>
        </p:nvSpPr>
        <p:spPr>
          <a:xfrm>
            <a:off x="1932788" y="31718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13" hasCustomPrompt="1"/>
          </p:nvPr>
        </p:nvSpPr>
        <p:spPr>
          <a:xfrm>
            <a:off x="4720913" y="30956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14"/>
          </p:nvPr>
        </p:nvSpPr>
        <p:spPr>
          <a:xfrm>
            <a:off x="5873513" y="37064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15"/>
          </p:nvPr>
        </p:nvSpPr>
        <p:spPr>
          <a:xfrm>
            <a:off x="5873513" y="31718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grpSp>
        <p:nvGrpSpPr>
          <p:cNvPr id="120" name="Google Shape;120;p13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121" name="Google Shape;121;p13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SECTION_TITLE_AND_DESCRIPTION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/>
        </p:nvSpPr>
        <p:spPr>
          <a:xfrm>
            <a:off x="506834" y="3121664"/>
            <a:ext cx="1242832" cy="2608847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4"/>
          <p:cNvSpPr/>
          <p:nvPr/>
        </p:nvSpPr>
        <p:spPr>
          <a:xfrm rot="5400000" flipH="1">
            <a:off x="-22078" y="1685747"/>
            <a:ext cx="1196841" cy="1772016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4"/>
          <p:cNvSpPr/>
          <p:nvPr/>
        </p:nvSpPr>
        <p:spPr>
          <a:xfrm rot="10800000">
            <a:off x="506834" y="-587011"/>
            <a:ext cx="1242832" cy="2608847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4"/>
          <p:cNvSpPr/>
          <p:nvPr/>
        </p:nvSpPr>
        <p:spPr>
          <a:xfrm flipH="1">
            <a:off x="7394334" y="3121664"/>
            <a:ext cx="1242832" cy="2608847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4"/>
          <p:cNvSpPr/>
          <p:nvPr/>
        </p:nvSpPr>
        <p:spPr>
          <a:xfrm rot="-5400000">
            <a:off x="7969238" y="1685747"/>
            <a:ext cx="1196841" cy="1772016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4"/>
          <p:cNvSpPr/>
          <p:nvPr/>
        </p:nvSpPr>
        <p:spPr>
          <a:xfrm rot="10800000" flipH="1">
            <a:off x="7394334" y="-587011"/>
            <a:ext cx="1242832" cy="2608847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2549400" y="3413302"/>
            <a:ext cx="4045200" cy="52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5" name="Google Shape;135;p14"/>
          <p:cNvSpPr txBox="1">
            <a:spLocks noGrp="1"/>
          </p:cNvSpPr>
          <p:nvPr>
            <p:ph type="subTitle" idx="1"/>
          </p:nvPr>
        </p:nvSpPr>
        <p:spPr>
          <a:xfrm>
            <a:off x="2159400" y="1207588"/>
            <a:ext cx="4825200" cy="20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ONE_COLUMN_TEXT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5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142" name="Google Shape;142;p15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5"/>
          <p:cNvSpPr txBox="1">
            <a:spLocks noGrp="1"/>
          </p:cNvSpPr>
          <p:nvPr>
            <p:ph type="subTitle" idx="1"/>
          </p:nvPr>
        </p:nvSpPr>
        <p:spPr>
          <a:xfrm>
            <a:off x="720025" y="3433125"/>
            <a:ext cx="2370000" cy="10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subTitle" idx="2"/>
          </p:nvPr>
        </p:nvSpPr>
        <p:spPr>
          <a:xfrm>
            <a:off x="719988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subTitle" idx="3"/>
          </p:nvPr>
        </p:nvSpPr>
        <p:spPr>
          <a:xfrm>
            <a:off x="3387019" y="3433125"/>
            <a:ext cx="2370000" cy="10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ubTitle" idx="4"/>
          </p:nvPr>
        </p:nvSpPr>
        <p:spPr>
          <a:xfrm>
            <a:off x="3386975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ubTitle" idx="5"/>
          </p:nvPr>
        </p:nvSpPr>
        <p:spPr>
          <a:xfrm>
            <a:off x="6054025" y="3433125"/>
            <a:ext cx="2370000" cy="10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5"/>
          <p:cNvSpPr txBox="1">
            <a:spLocks noGrp="1"/>
          </p:cNvSpPr>
          <p:nvPr>
            <p:ph type="subTitle" idx="6"/>
          </p:nvPr>
        </p:nvSpPr>
        <p:spPr>
          <a:xfrm>
            <a:off x="6053975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AND_TWO_COLUMNS_2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6"/>
          <p:cNvSpPr txBox="1">
            <a:spLocks noGrp="1"/>
          </p:cNvSpPr>
          <p:nvPr>
            <p:ph type="subTitle" idx="1"/>
          </p:nvPr>
        </p:nvSpPr>
        <p:spPr>
          <a:xfrm>
            <a:off x="720025" y="37836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6"/>
          <p:cNvSpPr txBox="1">
            <a:spLocks noGrp="1"/>
          </p:cNvSpPr>
          <p:nvPr>
            <p:ph type="subTitle" idx="2"/>
          </p:nvPr>
        </p:nvSpPr>
        <p:spPr>
          <a:xfrm>
            <a:off x="719988" y="325767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59" name="Google Shape;159;p16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6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subTitle" idx="3"/>
          </p:nvPr>
        </p:nvSpPr>
        <p:spPr>
          <a:xfrm>
            <a:off x="6054000" y="37836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ubTitle" idx="4"/>
          </p:nvPr>
        </p:nvSpPr>
        <p:spPr>
          <a:xfrm>
            <a:off x="6053963" y="325767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subTitle" idx="5"/>
          </p:nvPr>
        </p:nvSpPr>
        <p:spPr>
          <a:xfrm>
            <a:off x="720025" y="23534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 txBox="1">
            <a:spLocks noGrp="1"/>
          </p:cNvSpPr>
          <p:nvPr>
            <p:ph type="subTitle" idx="6"/>
          </p:nvPr>
        </p:nvSpPr>
        <p:spPr>
          <a:xfrm>
            <a:off x="719988" y="18275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67" name="Google Shape;167;p16"/>
          <p:cNvSpPr txBox="1">
            <a:spLocks noGrp="1"/>
          </p:cNvSpPr>
          <p:nvPr>
            <p:ph type="subTitle" idx="7"/>
          </p:nvPr>
        </p:nvSpPr>
        <p:spPr>
          <a:xfrm>
            <a:off x="6054000" y="23534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8"/>
          </p:nvPr>
        </p:nvSpPr>
        <p:spPr>
          <a:xfrm>
            <a:off x="6053963" y="18275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ONE_COLUMN_TEXT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7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171" name="Google Shape;171;p17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7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7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" name="Google Shape;17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ubTitle" idx="1"/>
          </p:nvPr>
        </p:nvSpPr>
        <p:spPr>
          <a:xfrm>
            <a:off x="720006" y="3995550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subTitle" idx="2"/>
          </p:nvPr>
        </p:nvSpPr>
        <p:spPr>
          <a:xfrm>
            <a:off x="720006" y="3615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subTitle" idx="3"/>
          </p:nvPr>
        </p:nvSpPr>
        <p:spPr>
          <a:xfrm>
            <a:off x="3386996" y="3995550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subTitle" idx="4"/>
          </p:nvPr>
        </p:nvSpPr>
        <p:spPr>
          <a:xfrm>
            <a:off x="3386996" y="3615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subTitle" idx="5"/>
          </p:nvPr>
        </p:nvSpPr>
        <p:spPr>
          <a:xfrm>
            <a:off x="6053998" y="3995550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subTitle" idx="6"/>
          </p:nvPr>
        </p:nvSpPr>
        <p:spPr>
          <a:xfrm>
            <a:off x="6053998" y="3615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subTitle" idx="7"/>
          </p:nvPr>
        </p:nvSpPr>
        <p:spPr>
          <a:xfrm>
            <a:off x="720006" y="2167850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7"/>
          <p:cNvSpPr txBox="1">
            <a:spLocks noGrp="1"/>
          </p:cNvSpPr>
          <p:nvPr>
            <p:ph type="subTitle" idx="8"/>
          </p:nvPr>
        </p:nvSpPr>
        <p:spPr>
          <a:xfrm>
            <a:off x="720006" y="17876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subTitle" idx="9"/>
          </p:nvPr>
        </p:nvSpPr>
        <p:spPr>
          <a:xfrm>
            <a:off x="3386996" y="2167850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7"/>
          <p:cNvSpPr txBox="1">
            <a:spLocks noGrp="1"/>
          </p:cNvSpPr>
          <p:nvPr>
            <p:ph type="subTitle" idx="13"/>
          </p:nvPr>
        </p:nvSpPr>
        <p:spPr>
          <a:xfrm>
            <a:off x="3386996" y="17876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87" name="Google Shape;187;p17"/>
          <p:cNvSpPr txBox="1">
            <a:spLocks noGrp="1"/>
          </p:cNvSpPr>
          <p:nvPr>
            <p:ph type="subTitle" idx="14"/>
          </p:nvPr>
        </p:nvSpPr>
        <p:spPr>
          <a:xfrm>
            <a:off x="6053998" y="2167850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subTitle" idx="15"/>
          </p:nvPr>
        </p:nvSpPr>
        <p:spPr>
          <a:xfrm>
            <a:off x="6053998" y="17876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_AND_TWO_COLUMNS_2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8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8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8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subTitle" idx="1"/>
          </p:nvPr>
        </p:nvSpPr>
        <p:spPr>
          <a:xfrm>
            <a:off x="720025" y="3995550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2"/>
          </p:nvPr>
        </p:nvSpPr>
        <p:spPr>
          <a:xfrm>
            <a:off x="719988" y="3615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subTitle" idx="3"/>
          </p:nvPr>
        </p:nvSpPr>
        <p:spPr>
          <a:xfrm>
            <a:off x="6054021" y="3995550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8"/>
          <p:cNvSpPr txBox="1">
            <a:spLocks noGrp="1"/>
          </p:cNvSpPr>
          <p:nvPr>
            <p:ph type="subTitle" idx="4"/>
          </p:nvPr>
        </p:nvSpPr>
        <p:spPr>
          <a:xfrm>
            <a:off x="6053975" y="3615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subTitle" idx="5"/>
          </p:nvPr>
        </p:nvSpPr>
        <p:spPr>
          <a:xfrm>
            <a:off x="720025" y="2167850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8"/>
          <p:cNvSpPr txBox="1">
            <a:spLocks noGrp="1"/>
          </p:cNvSpPr>
          <p:nvPr>
            <p:ph type="subTitle" idx="6"/>
          </p:nvPr>
        </p:nvSpPr>
        <p:spPr>
          <a:xfrm>
            <a:off x="719988" y="17876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02" name="Google Shape;202;p18"/>
          <p:cNvSpPr txBox="1">
            <a:spLocks noGrp="1"/>
          </p:cNvSpPr>
          <p:nvPr>
            <p:ph type="subTitle" idx="7"/>
          </p:nvPr>
        </p:nvSpPr>
        <p:spPr>
          <a:xfrm>
            <a:off x="3387017" y="3083763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8"/>
          <p:cNvSpPr txBox="1">
            <a:spLocks noGrp="1"/>
          </p:cNvSpPr>
          <p:nvPr>
            <p:ph type="subTitle" idx="8"/>
          </p:nvPr>
        </p:nvSpPr>
        <p:spPr>
          <a:xfrm>
            <a:off x="3386975" y="2703538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04" name="Google Shape;204;p18"/>
          <p:cNvSpPr txBox="1">
            <a:spLocks noGrp="1"/>
          </p:cNvSpPr>
          <p:nvPr>
            <p:ph type="subTitle" idx="9"/>
          </p:nvPr>
        </p:nvSpPr>
        <p:spPr>
          <a:xfrm>
            <a:off x="6054021" y="2167850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8"/>
          <p:cNvSpPr txBox="1">
            <a:spLocks noGrp="1"/>
          </p:cNvSpPr>
          <p:nvPr>
            <p:ph type="subTitle" idx="13"/>
          </p:nvPr>
        </p:nvSpPr>
        <p:spPr>
          <a:xfrm>
            <a:off x="6053975" y="17876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ONE_COLUMN_TEXT_1_2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9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08" name="Google Shape;208;p19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9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9"/>
          <p:cNvSpPr txBox="1">
            <a:spLocks noGrp="1"/>
          </p:cNvSpPr>
          <p:nvPr>
            <p:ph type="subTitle" idx="1"/>
          </p:nvPr>
        </p:nvSpPr>
        <p:spPr>
          <a:xfrm>
            <a:off x="719988" y="3671225"/>
            <a:ext cx="2370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subTitle" idx="2"/>
          </p:nvPr>
        </p:nvSpPr>
        <p:spPr>
          <a:xfrm>
            <a:off x="719988" y="3203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ubTitle" idx="3"/>
          </p:nvPr>
        </p:nvSpPr>
        <p:spPr>
          <a:xfrm>
            <a:off x="3389427" y="3671225"/>
            <a:ext cx="2370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9"/>
          <p:cNvSpPr txBox="1">
            <a:spLocks noGrp="1"/>
          </p:cNvSpPr>
          <p:nvPr>
            <p:ph type="subTitle" idx="4"/>
          </p:nvPr>
        </p:nvSpPr>
        <p:spPr>
          <a:xfrm>
            <a:off x="3389427" y="3203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5"/>
          </p:nvPr>
        </p:nvSpPr>
        <p:spPr>
          <a:xfrm>
            <a:off x="6053969" y="3671225"/>
            <a:ext cx="2370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6"/>
          </p:nvPr>
        </p:nvSpPr>
        <p:spPr>
          <a:xfrm>
            <a:off x="6053969" y="3203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title" idx="7" hasCustomPrompt="1"/>
          </p:nvPr>
        </p:nvSpPr>
        <p:spPr>
          <a:xfrm>
            <a:off x="719988" y="1707275"/>
            <a:ext cx="2370000" cy="10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1" name="Google Shape;221;p19"/>
          <p:cNvSpPr txBox="1">
            <a:spLocks noGrp="1"/>
          </p:cNvSpPr>
          <p:nvPr>
            <p:ph type="title" idx="8" hasCustomPrompt="1"/>
          </p:nvPr>
        </p:nvSpPr>
        <p:spPr>
          <a:xfrm>
            <a:off x="3389427" y="1707275"/>
            <a:ext cx="2370000" cy="10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2" name="Google Shape;222;p19"/>
          <p:cNvSpPr txBox="1">
            <a:spLocks noGrp="1"/>
          </p:cNvSpPr>
          <p:nvPr>
            <p:ph type="title" idx="9" hasCustomPrompt="1"/>
          </p:nvPr>
        </p:nvSpPr>
        <p:spPr>
          <a:xfrm>
            <a:off x="6053969" y="1707275"/>
            <a:ext cx="2370000" cy="10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_1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20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25" name="Google Shape;225;p20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0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0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0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" name="Google Shape;23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0"/>
          <p:cNvSpPr txBox="1">
            <a:spLocks noGrp="1"/>
          </p:cNvSpPr>
          <p:nvPr>
            <p:ph type="subTitle" idx="1"/>
          </p:nvPr>
        </p:nvSpPr>
        <p:spPr>
          <a:xfrm>
            <a:off x="1385225" y="2356575"/>
            <a:ext cx="3088200" cy="11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34" name="Google Shape;234;p21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35" name="Google Shape;235;p21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1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1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1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_ONLY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42" name="Google Shape;242;p22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43" name="Google Shape;243;p22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2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" name="Google Shape;248;p22"/>
          <p:cNvSpPr txBox="1">
            <a:spLocks noGrp="1"/>
          </p:cNvSpPr>
          <p:nvPr>
            <p:ph type="subTitle" idx="1"/>
          </p:nvPr>
        </p:nvSpPr>
        <p:spPr>
          <a:xfrm>
            <a:off x="1189850" y="2186950"/>
            <a:ext cx="2815500" cy="12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ONLY_2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3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3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3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3"/>
          <p:cNvSpPr txBox="1">
            <a:spLocks noGrp="1"/>
          </p:cNvSpPr>
          <p:nvPr>
            <p:ph type="subTitle" idx="1"/>
          </p:nvPr>
        </p:nvSpPr>
        <p:spPr>
          <a:xfrm>
            <a:off x="5146550" y="2186950"/>
            <a:ext cx="2815500" cy="12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>
            <a:spLocks noGrp="1"/>
          </p:cNvSpPr>
          <p:nvPr>
            <p:ph type="title"/>
          </p:nvPr>
        </p:nvSpPr>
        <p:spPr>
          <a:xfrm>
            <a:off x="1010350" y="2659450"/>
            <a:ext cx="3185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9" name="Google Shape;259;p24"/>
          <p:cNvSpPr txBox="1">
            <a:spLocks noGrp="1"/>
          </p:cNvSpPr>
          <p:nvPr>
            <p:ph type="title" idx="2" hasCustomPrompt="1"/>
          </p:nvPr>
        </p:nvSpPr>
        <p:spPr>
          <a:xfrm>
            <a:off x="1010350" y="887025"/>
            <a:ext cx="3185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0" name="Google Shape;260;p24"/>
          <p:cNvSpPr txBox="1">
            <a:spLocks noGrp="1"/>
          </p:cNvSpPr>
          <p:nvPr>
            <p:ph type="subTitle" idx="1"/>
          </p:nvPr>
        </p:nvSpPr>
        <p:spPr>
          <a:xfrm>
            <a:off x="1330600" y="3499575"/>
            <a:ext cx="2544900" cy="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4"/>
          <p:cNvSpPr/>
          <p:nvPr/>
        </p:nvSpPr>
        <p:spPr>
          <a:xfrm flipH="1">
            <a:off x="4554352" y="1034100"/>
            <a:ext cx="2298696" cy="5825846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4"/>
          <p:cNvSpPr/>
          <p:nvPr/>
        </p:nvSpPr>
        <p:spPr>
          <a:xfrm rot="10800000" flipH="1">
            <a:off x="6124477" y="-1400800"/>
            <a:ext cx="2298696" cy="5825846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3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5"/>
          <p:cNvSpPr txBox="1">
            <a:spLocks noGrp="1"/>
          </p:cNvSpPr>
          <p:nvPr>
            <p:ph type="subTitle" idx="1"/>
          </p:nvPr>
        </p:nvSpPr>
        <p:spPr>
          <a:xfrm>
            <a:off x="1029000" y="2710700"/>
            <a:ext cx="20610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5"/>
          <p:cNvSpPr txBox="1">
            <a:spLocks noGrp="1"/>
          </p:cNvSpPr>
          <p:nvPr>
            <p:ph type="subTitle" idx="2"/>
          </p:nvPr>
        </p:nvSpPr>
        <p:spPr>
          <a:xfrm>
            <a:off x="720000" y="22523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73" name="Google Shape;273;p25"/>
          <p:cNvSpPr txBox="1">
            <a:spLocks noGrp="1"/>
          </p:cNvSpPr>
          <p:nvPr>
            <p:ph type="subTitle" idx="3"/>
          </p:nvPr>
        </p:nvSpPr>
        <p:spPr>
          <a:xfrm>
            <a:off x="6054000" y="2710700"/>
            <a:ext cx="20610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5"/>
          <p:cNvSpPr txBox="1">
            <a:spLocks noGrp="1"/>
          </p:cNvSpPr>
          <p:nvPr>
            <p:ph type="subTitle" idx="4"/>
          </p:nvPr>
        </p:nvSpPr>
        <p:spPr>
          <a:xfrm>
            <a:off x="6054000" y="22523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75" name="Google Shape;275;p25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5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5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/>
          <p:nvPr/>
        </p:nvSpPr>
        <p:spPr>
          <a:xfrm>
            <a:off x="6637212" y="1523850"/>
            <a:ext cx="2149212" cy="4828780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357587" y="1523850"/>
            <a:ext cx="2149212" cy="4828780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6"/>
          <p:cNvSpPr txBox="1">
            <a:spLocks noGrp="1"/>
          </p:cNvSpPr>
          <p:nvPr>
            <p:ph type="ctrTitle"/>
          </p:nvPr>
        </p:nvSpPr>
        <p:spPr>
          <a:xfrm>
            <a:off x="2178025" y="723700"/>
            <a:ext cx="47880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84" name="Google Shape;284;p26"/>
          <p:cNvSpPr txBox="1">
            <a:spLocks noGrp="1"/>
          </p:cNvSpPr>
          <p:nvPr>
            <p:ph type="subTitle" idx="1"/>
          </p:nvPr>
        </p:nvSpPr>
        <p:spPr>
          <a:xfrm>
            <a:off x="2274425" y="2333150"/>
            <a:ext cx="45951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6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6"/>
          <p:cNvSpPr txBox="1">
            <a:spLocks noGrp="1"/>
          </p:cNvSpPr>
          <p:nvPr>
            <p:ph type="subTitle" idx="2"/>
          </p:nvPr>
        </p:nvSpPr>
        <p:spPr>
          <a:xfrm>
            <a:off x="2274425" y="1704625"/>
            <a:ext cx="45951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2400000" y="3701175"/>
            <a:ext cx="43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7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7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8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8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8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9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305" name="Google Shape;305;p29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9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9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9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9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3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"/>
          <p:cNvSpPr txBox="1">
            <a:spLocks noGrp="1"/>
          </p:cNvSpPr>
          <p:nvPr>
            <p:ph type="ctrTitle"/>
          </p:nvPr>
        </p:nvSpPr>
        <p:spPr>
          <a:xfrm>
            <a:off x="2178025" y="1180900"/>
            <a:ext cx="4788000" cy="224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CHESS ENGINE</a:t>
            </a:r>
            <a:endParaRPr/>
          </a:p>
        </p:txBody>
      </p:sp>
      <p:sp>
        <p:nvSpPr>
          <p:cNvPr id="315" name="Google Shape;315;p30"/>
          <p:cNvSpPr txBox="1">
            <a:spLocks noGrp="1"/>
          </p:cNvSpPr>
          <p:nvPr>
            <p:ph type="subTitle" idx="1"/>
          </p:nvPr>
        </p:nvSpPr>
        <p:spPr>
          <a:xfrm>
            <a:off x="2274425" y="3461900"/>
            <a:ext cx="45951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sp>
        <p:nvSpPr>
          <p:cNvPr id="316" name="Google Shape;316;p30"/>
          <p:cNvSpPr/>
          <p:nvPr/>
        </p:nvSpPr>
        <p:spPr>
          <a:xfrm>
            <a:off x="38122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44824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51526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38122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0"/>
          <p:cNvSpPr/>
          <p:nvPr/>
        </p:nvSpPr>
        <p:spPr>
          <a:xfrm>
            <a:off x="44824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0"/>
          <p:cNvSpPr/>
          <p:nvPr/>
        </p:nvSpPr>
        <p:spPr>
          <a:xfrm>
            <a:off x="51526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1"/>
          <p:cNvSpPr txBox="1">
            <a:spLocks noGrp="1"/>
          </p:cNvSpPr>
          <p:nvPr>
            <p:ph type="title"/>
          </p:nvPr>
        </p:nvSpPr>
        <p:spPr>
          <a:xfrm>
            <a:off x="720075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 b="1"/>
          </a:p>
        </p:txBody>
      </p:sp>
      <p:sp>
        <p:nvSpPr>
          <p:cNvPr id="327" name="Google Shape;327;p3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The Problem: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Many existing chess programs are designed for experienced players and can be difficult for beginner to understand.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The Solution: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Develop a custom chess engine that: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Allows two-player games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Includes AI opponents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Demonstrates software engineering principles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Provides a clean graphical interface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Intended Users</a:t>
            </a:r>
            <a:endParaRPr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Students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Teachers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Beginner Players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/>
          </a:p>
        </p:txBody>
      </p:sp>
      <p:grpSp>
        <p:nvGrpSpPr>
          <p:cNvPr id="328" name="Google Shape;328;p31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29" name="Google Shape;329;p31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1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31" name="Google Shape;331;p31"/>
          <p:cNvPicPr preferRelativeResize="0"/>
          <p:nvPr/>
        </p:nvPicPr>
        <p:blipFill rotWithShape="1">
          <a:blip r:embed="rId3">
            <a:alphaModFix/>
          </a:blip>
          <a:srcRect t="3791"/>
          <a:stretch/>
        </p:blipFill>
        <p:spPr>
          <a:xfrm>
            <a:off x="4830800" y="1704400"/>
            <a:ext cx="3057701" cy="30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METHODOLOGY</a:t>
            </a:r>
            <a:endParaRPr/>
          </a:p>
        </p:txBody>
      </p:sp>
      <p:sp>
        <p:nvSpPr>
          <p:cNvPr id="337" name="Google Shape;337;p32"/>
          <p:cNvSpPr txBox="1">
            <a:spLocks noGrp="1"/>
          </p:cNvSpPr>
          <p:nvPr>
            <p:ph type="subTitle" idx="1"/>
          </p:nvPr>
        </p:nvSpPr>
        <p:spPr>
          <a:xfrm>
            <a:off x="720025" y="37836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Legal Movement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Capturing</a:t>
            </a:r>
            <a:endParaRPr/>
          </a:p>
        </p:txBody>
      </p:sp>
      <p:sp>
        <p:nvSpPr>
          <p:cNvPr id="338" name="Google Shape;338;p32"/>
          <p:cNvSpPr txBox="1">
            <a:spLocks noGrp="1"/>
          </p:cNvSpPr>
          <p:nvPr>
            <p:ph type="subTitle" idx="2"/>
          </p:nvPr>
        </p:nvSpPr>
        <p:spPr>
          <a:xfrm>
            <a:off x="719988" y="325767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TWO</a:t>
            </a:r>
            <a:endParaRPr/>
          </a:p>
        </p:txBody>
      </p:sp>
      <p:sp>
        <p:nvSpPr>
          <p:cNvPr id="339" name="Google Shape;339;p32"/>
          <p:cNvSpPr txBox="1">
            <a:spLocks noGrp="1"/>
          </p:cNvSpPr>
          <p:nvPr>
            <p:ph type="subTitle" idx="3"/>
          </p:nvPr>
        </p:nvSpPr>
        <p:spPr>
          <a:xfrm>
            <a:off x="6054000" y="41619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AI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User Interface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Testing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2"/>
          <p:cNvSpPr txBox="1">
            <a:spLocks noGrp="1"/>
          </p:cNvSpPr>
          <p:nvPr>
            <p:ph type="subTitle" idx="4"/>
          </p:nvPr>
        </p:nvSpPr>
        <p:spPr>
          <a:xfrm>
            <a:off x="6053963" y="325767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FOUR</a:t>
            </a:r>
            <a:endParaRPr/>
          </a:p>
        </p:txBody>
      </p:sp>
      <p:sp>
        <p:nvSpPr>
          <p:cNvPr id="341" name="Google Shape;341;p32"/>
          <p:cNvSpPr txBox="1">
            <a:spLocks noGrp="1"/>
          </p:cNvSpPr>
          <p:nvPr>
            <p:ph type="subTitle" idx="5"/>
          </p:nvPr>
        </p:nvSpPr>
        <p:spPr>
          <a:xfrm>
            <a:off x="720025" y="23534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Chess Board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Pieces</a:t>
            </a:r>
            <a:endParaRPr/>
          </a:p>
        </p:txBody>
      </p:sp>
      <p:sp>
        <p:nvSpPr>
          <p:cNvPr id="342" name="Google Shape;342;p32"/>
          <p:cNvSpPr txBox="1">
            <a:spLocks noGrp="1"/>
          </p:cNvSpPr>
          <p:nvPr>
            <p:ph type="subTitle" idx="6"/>
          </p:nvPr>
        </p:nvSpPr>
        <p:spPr>
          <a:xfrm>
            <a:off x="719988" y="18275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ONE</a:t>
            </a:r>
            <a:endParaRPr/>
          </a:p>
        </p:txBody>
      </p:sp>
      <p:sp>
        <p:nvSpPr>
          <p:cNvPr id="343" name="Google Shape;343;p32"/>
          <p:cNvSpPr txBox="1">
            <a:spLocks noGrp="1"/>
          </p:cNvSpPr>
          <p:nvPr>
            <p:ph type="subTitle" idx="7"/>
          </p:nvPr>
        </p:nvSpPr>
        <p:spPr>
          <a:xfrm>
            <a:off x="6054000" y="23534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Check &amp; Checkmate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2"/>
          <p:cNvSpPr txBox="1">
            <a:spLocks noGrp="1"/>
          </p:cNvSpPr>
          <p:nvPr>
            <p:ph type="subTitle" idx="8"/>
          </p:nvPr>
        </p:nvSpPr>
        <p:spPr>
          <a:xfrm>
            <a:off x="6053963" y="18275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THREE</a:t>
            </a:r>
            <a:endParaRPr/>
          </a:p>
        </p:txBody>
      </p:sp>
      <p:sp>
        <p:nvSpPr>
          <p:cNvPr id="345" name="Google Shape;345;p32"/>
          <p:cNvSpPr/>
          <p:nvPr/>
        </p:nvSpPr>
        <p:spPr>
          <a:xfrm>
            <a:off x="3240575" y="1827500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2"/>
          <p:cNvSpPr/>
          <p:nvPr/>
        </p:nvSpPr>
        <p:spPr>
          <a:xfrm>
            <a:off x="3240575" y="3294125"/>
            <a:ext cx="974100" cy="9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2"/>
          <p:cNvSpPr/>
          <p:nvPr/>
        </p:nvSpPr>
        <p:spPr>
          <a:xfrm>
            <a:off x="4929325" y="1827500"/>
            <a:ext cx="974100" cy="9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2"/>
          <p:cNvSpPr/>
          <p:nvPr/>
        </p:nvSpPr>
        <p:spPr>
          <a:xfrm>
            <a:off x="4929325" y="3294125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32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50" name="Google Shape;350;p32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2" name="Google Shape;352;p32"/>
          <p:cNvSpPr/>
          <p:nvPr/>
        </p:nvSpPr>
        <p:spPr>
          <a:xfrm>
            <a:off x="3514700" y="2020186"/>
            <a:ext cx="425847" cy="554432"/>
          </a:xfrm>
          <a:custGeom>
            <a:avLst/>
            <a:gdLst/>
            <a:ahLst/>
            <a:cxnLst/>
            <a:rect l="l" t="t" r="r" b="b"/>
            <a:pathLst>
              <a:path w="23547" h="30657" extrusionOk="0">
                <a:moveTo>
                  <a:pt x="18733" y="1"/>
                </a:moveTo>
                <a:cubicBezTo>
                  <a:pt x="18150" y="1"/>
                  <a:pt x="17566" y="18"/>
                  <a:pt x="16986" y="25"/>
                </a:cubicBezTo>
                <a:cubicBezTo>
                  <a:pt x="16875" y="25"/>
                  <a:pt x="16654" y="81"/>
                  <a:pt x="16584" y="343"/>
                </a:cubicBezTo>
                <a:cubicBezTo>
                  <a:pt x="16446" y="1006"/>
                  <a:pt x="16295" y="1669"/>
                  <a:pt x="16197" y="2347"/>
                </a:cubicBezTo>
                <a:cubicBezTo>
                  <a:pt x="15949" y="2347"/>
                  <a:pt x="15687" y="2347"/>
                  <a:pt x="15438" y="2319"/>
                </a:cubicBezTo>
                <a:cubicBezTo>
                  <a:pt x="15493" y="1711"/>
                  <a:pt x="15548" y="1103"/>
                  <a:pt x="15687" y="495"/>
                </a:cubicBezTo>
                <a:cubicBezTo>
                  <a:pt x="15714" y="370"/>
                  <a:pt x="15687" y="274"/>
                  <a:pt x="15617" y="204"/>
                </a:cubicBezTo>
                <a:cubicBezTo>
                  <a:pt x="15562" y="149"/>
                  <a:pt x="15493" y="94"/>
                  <a:pt x="15383" y="94"/>
                </a:cubicBezTo>
                <a:cubicBezTo>
                  <a:pt x="15201" y="87"/>
                  <a:pt x="15018" y="84"/>
                  <a:pt x="14835" y="84"/>
                </a:cubicBezTo>
                <a:cubicBezTo>
                  <a:pt x="14289" y="84"/>
                  <a:pt x="13739" y="108"/>
                  <a:pt x="13191" y="108"/>
                </a:cubicBezTo>
                <a:cubicBezTo>
                  <a:pt x="12838" y="108"/>
                  <a:pt x="12486" y="98"/>
                  <a:pt x="12134" y="66"/>
                </a:cubicBezTo>
                <a:cubicBezTo>
                  <a:pt x="12122" y="65"/>
                  <a:pt x="12110" y="65"/>
                  <a:pt x="12098" y="65"/>
                </a:cubicBezTo>
                <a:cubicBezTo>
                  <a:pt x="11967" y="65"/>
                  <a:pt x="11883" y="131"/>
                  <a:pt x="11858" y="232"/>
                </a:cubicBezTo>
                <a:cubicBezTo>
                  <a:pt x="11830" y="274"/>
                  <a:pt x="11817" y="329"/>
                  <a:pt x="11817" y="385"/>
                </a:cubicBezTo>
                <a:cubicBezTo>
                  <a:pt x="11830" y="1034"/>
                  <a:pt x="11913" y="1725"/>
                  <a:pt x="11789" y="2375"/>
                </a:cubicBezTo>
                <a:cubicBezTo>
                  <a:pt x="11747" y="2375"/>
                  <a:pt x="11043" y="2388"/>
                  <a:pt x="11029" y="2388"/>
                </a:cubicBezTo>
                <a:cubicBezTo>
                  <a:pt x="10905" y="1739"/>
                  <a:pt x="10974" y="1048"/>
                  <a:pt x="10974" y="385"/>
                </a:cubicBezTo>
                <a:cubicBezTo>
                  <a:pt x="10974" y="334"/>
                  <a:pt x="10986" y="74"/>
                  <a:pt x="10721" y="74"/>
                </a:cubicBezTo>
                <a:cubicBezTo>
                  <a:pt x="10697" y="74"/>
                  <a:pt x="10671" y="76"/>
                  <a:pt x="10642" y="81"/>
                </a:cubicBezTo>
                <a:cubicBezTo>
                  <a:pt x="10103" y="136"/>
                  <a:pt x="9564" y="143"/>
                  <a:pt x="9025" y="143"/>
                </a:cubicBezTo>
                <a:cubicBezTo>
                  <a:pt x="8845" y="143"/>
                  <a:pt x="8666" y="142"/>
                  <a:pt x="8486" y="142"/>
                </a:cubicBezTo>
                <a:cubicBezTo>
                  <a:pt x="8127" y="142"/>
                  <a:pt x="7767" y="145"/>
                  <a:pt x="7408" y="164"/>
                </a:cubicBezTo>
                <a:cubicBezTo>
                  <a:pt x="7021" y="164"/>
                  <a:pt x="7076" y="453"/>
                  <a:pt x="7104" y="564"/>
                </a:cubicBezTo>
                <a:cubicBezTo>
                  <a:pt x="7257" y="1172"/>
                  <a:pt x="7325" y="1780"/>
                  <a:pt x="7395" y="2388"/>
                </a:cubicBezTo>
                <a:cubicBezTo>
                  <a:pt x="7132" y="2416"/>
                  <a:pt x="6883" y="2430"/>
                  <a:pt x="6621" y="2430"/>
                </a:cubicBezTo>
                <a:cubicBezTo>
                  <a:pt x="6524" y="1752"/>
                  <a:pt x="6358" y="1103"/>
                  <a:pt x="6206" y="440"/>
                </a:cubicBezTo>
                <a:cubicBezTo>
                  <a:pt x="6180" y="345"/>
                  <a:pt x="6126" y="121"/>
                  <a:pt x="5831" y="121"/>
                </a:cubicBezTo>
                <a:cubicBezTo>
                  <a:pt x="5822" y="121"/>
                  <a:pt x="5814" y="121"/>
                  <a:pt x="5805" y="122"/>
                </a:cubicBezTo>
                <a:cubicBezTo>
                  <a:pt x="5493" y="122"/>
                  <a:pt x="5181" y="120"/>
                  <a:pt x="4871" y="120"/>
                </a:cubicBezTo>
                <a:cubicBezTo>
                  <a:pt x="4014" y="120"/>
                  <a:pt x="3161" y="135"/>
                  <a:pt x="2309" y="246"/>
                </a:cubicBezTo>
                <a:cubicBezTo>
                  <a:pt x="1936" y="302"/>
                  <a:pt x="1950" y="647"/>
                  <a:pt x="2116" y="827"/>
                </a:cubicBezTo>
                <a:cubicBezTo>
                  <a:pt x="2931" y="1973"/>
                  <a:pt x="3124" y="3646"/>
                  <a:pt x="3318" y="4986"/>
                </a:cubicBezTo>
                <a:cubicBezTo>
                  <a:pt x="3470" y="6119"/>
                  <a:pt x="3511" y="7280"/>
                  <a:pt x="3677" y="8413"/>
                </a:cubicBezTo>
                <a:cubicBezTo>
                  <a:pt x="3705" y="8552"/>
                  <a:pt x="3857" y="8634"/>
                  <a:pt x="3995" y="8649"/>
                </a:cubicBezTo>
                <a:cubicBezTo>
                  <a:pt x="4467" y="8679"/>
                  <a:pt x="4940" y="8689"/>
                  <a:pt x="5414" y="8689"/>
                </a:cubicBezTo>
                <a:cubicBezTo>
                  <a:pt x="5800" y="8689"/>
                  <a:pt x="6188" y="8682"/>
                  <a:pt x="6579" y="8676"/>
                </a:cubicBezTo>
                <a:cubicBezTo>
                  <a:pt x="6966" y="9104"/>
                  <a:pt x="7076" y="9851"/>
                  <a:pt x="7201" y="10390"/>
                </a:cubicBezTo>
                <a:cubicBezTo>
                  <a:pt x="7270" y="10722"/>
                  <a:pt x="7340" y="11039"/>
                  <a:pt x="7353" y="11385"/>
                </a:cubicBezTo>
                <a:cubicBezTo>
                  <a:pt x="7436" y="12393"/>
                  <a:pt x="7436" y="13430"/>
                  <a:pt x="7423" y="14453"/>
                </a:cubicBezTo>
                <a:cubicBezTo>
                  <a:pt x="7408" y="15572"/>
                  <a:pt x="7367" y="16705"/>
                  <a:pt x="7242" y="17825"/>
                </a:cubicBezTo>
                <a:cubicBezTo>
                  <a:pt x="7201" y="18225"/>
                  <a:pt x="7132" y="18627"/>
                  <a:pt x="7008" y="19013"/>
                </a:cubicBezTo>
                <a:cubicBezTo>
                  <a:pt x="6883" y="19400"/>
                  <a:pt x="6358" y="20036"/>
                  <a:pt x="5985" y="20174"/>
                </a:cubicBezTo>
                <a:cubicBezTo>
                  <a:pt x="5722" y="20257"/>
                  <a:pt x="5764" y="20534"/>
                  <a:pt x="5875" y="20727"/>
                </a:cubicBezTo>
                <a:cubicBezTo>
                  <a:pt x="6137" y="21584"/>
                  <a:pt x="5819" y="22137"/>
                  <a:pt x="5031" y="22607"/>
                </a:cubicBezTo>
                <a:cubicBezTo>
                  <a:pt x="4395" y="22979"/>
                  <a:pt x="3691" y="23228"/>
                  <a:pt x="3111" y="23712"/>
                </a:cubicBezTo>
                <a:cubicBezTo>
                  <a:pt x="2696" y="24057"/>
                  <a:pt x="2212" y="24431"/>
                  <a:pt x="2019" y="24969"/>
                </a:cubicBezTo>
                <a:cubicBezTo>
                  <a:pt x="1936" y="25232"/>
                  <a:pt x="1880" y="25509"/>
                  <a:pt x="1936" y="25785"/>
                </a:cubicBezTo>
                <a:cubicBezTo>
                  <a:pt x="1963" y="26019"/>
                  <a:pt x="2061" y="26241"/>
                  <a:pt x="2143" y="26462"/>
                </a:cubicBezTo>
                <a:cubicBezTo>
                  <a:pt x="2097" y="26458"/>
                  <a:pt x="2050" y="26456"/>
                  <a:pt x="2003" y="26456"/>
                </a:cubicBezTo>
                <a:cubicBezTo>
                  <a:pt x="1553" y="26456"/>
                  <a:pt x="1109" y="26631"/>
                  <a:pt x="734" y="26932"/>
                </a:cubicBezTo>
                <a:cubicBezTo>
                  <a:pt x="56" y="27457"/>
                  <a:pt x="1" y="28479"/>
                  <a:pt x="250" y="29240"/>
                </a:cubicBezTo>
                <a:cubicBezTo>
                  <a:pt x="581" y="30276"/>
                  <a:pt x="2282" y="30386"/>
                  <a:pt x="3152" y="30484"/>
                </a:cubicBezTo>
                <a:cubicBezTo>
                  <a:pt x="4275" y="30604"/>
                  <a:pt x="6719" y="30657"/>
                  <a:pt x="9441" y="30657"/>
                </a:cubicBezTo>
                <a:cubicBezTo>
                  <a:pt x="13614" y="30657"/>
                  <a:pt x="18441" y="30532"/>
                  <a:pt x="20164" y="30331"/>
                </a:cubicBezTo>
                <a:cubicBezTo>
                  <a:pt x="21104" y="30221"/>
                  <a:pt x="22637" y="30069"/>
                  <a:pt x="23039" y="29046"/>
                </a:cubicBezTo>
                <a:cubicBezTo>
                  <a:pt x="23546" y="27743"/>
                  <a:pt x="22592" y="26280"/>
                  <a:pt x="21311" y="26280"/>
                </a:cubicBezTo>
                <a:cubicBezTo>
                  <a:pt x="21234" y="26280"/>
                  <a:pt x="21156" y="26285"/>
                  <a:pt x="21076" y="26296"/>
                </a:cubicBezTo>
                <a:cubicBezTo>
                  <a:pt x="21200" y="25854"/>
                  <a:pt x="21380" y="25467"/>
                  <a:pt x="21242" y="24942"/>
                </a:cubicBezTo>
                <a:cubicBezTo>
                  <a:pt x="21104" y="24348"/>
                  <a:pt x="20523" y="23919"/>
                  <a:pt x="20081" y="23574"/>
                </a:cubicBezTo>
                <a:cubicBezTo>
                  <a:pt x="19542" y="23145"/>
                  <a:pt x="18920" y="22883"/>
                  <a:pt x="18312" y="22579"/>
                </a:cubicBezTo>
                <a:cubicBezTo>
                  <a:pt x="17441" y="22137"/>
                  <a:pt x="17013" y="21556"/>
                  <a:pt x="17275" y="20630"/>
                </a:cubicBezTo>
                <a:cubicBezTo>
                  <a:pt x="17373" y="20326"/>
                  <a:pt x="17413" y="20160"/>
                  <a:pt x="17151" y="20077"/>
                </a:cubicBezTo>
                <a:cubicBezTo>
                  <a:pt x="16792" y="19953"/>
                  <a:pt x="16280" y="19345"/>
                  <a:pt x="16129" y="18999"/>
                </a:cubicBezTo>
                <a:cubicBezTo>
                  <a:pt x="15976" y="18654"/>
                  <a:pt x="15935" y="18253"/>
                  <a:pt x="15866" y="17894"/>
                </a:cubicBezTo>
                <a:cubicBezTo>
                  <a:pt x="15700" y="16733"/>
                  <a:pt x="15659" y="15544"/>
                  <a:pt x="15617" y="14370"/>
                </a:cubicBezTo>
                <a:cubicBezTo>
                  <a:pt x="15589" y="13388"/>
                  <a:pt x="15576" y="12380"/>
                  <a:pt x="15617" y="11398"/>
                </a:cubicBezTo>
                <a:cubicBezTo>
                  <a:pt x="15631" y="11067"/>
                  <a:pt x="15672" y="10777"/>
                  <a:pt x="15742" y="10459"/>
                </a:cubicBezTo>
                <a:cubicBezTo>
                  <a:pt x="15852" y="9878"/>
                  <a:pt x="15949" y="9049"/>
                  <a:pt x="16363" y="8594"/>
                </a:cubicBezTo>
                <a:cubicBezTo>
                  <a:pt x="17220" y="8594"/>
                  <a:pt x="18091" y="8579"/>
                  <a:pt x="18948" y="8511"/>
                </a:cubicBezTo>
                <a:cubicBezTo>
                  <a:pt x="19072" y="8496"/>
                  <a:pt x="19224" y="8428"/>
                  <a:pt x="19252" y="8275"/>
                </a:cubicBezTo>
                <a:cubicBezTo>
                  <a:pt x="19390" y="7184"/>
                  <a:pt x="19418" y="6092"/>
                  <a:pt x="19542" y="5000"/>
                </a:cubicBezTo>
                <a:cubicBezTo>
                  <a:pt x="19707" y="3604"/>
                  <a:pt x="19860" y="1863"/>
                  <a:pt x="20675" y="661"/>
                </a:cubicBezTo>
                <a:cubicBezTo>
                  <a:pt x="20827" y="426"/>
                  <a:pt x="20841" y="94"/>
                  <a:pt x="20481" y="81"/>
                </a:cubicBezTo>
                <a:cubicBezTo>
                  <a:pt x="19901" y="18"/>
                  <a:pt x="19317" y="1"/>
                  <a:pt x="1873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2"/>
          <p:cNvSpPr/>
          <p:nvPr/>
        </p:nvSpPr>
        <p:spPr>
          <a:xfrm>
            <a:off x="5178581" y="3474951"/>
            <a:ext cx="475599" cy="612430"/>
          </a:xfrm>
          <a:custGeom>
            <a:avLst/>
            <a:gdLst/>
            <a:ahLst/>
            <a:cxnLst/>
            <a:rect l="l" t="t" r="r" b="b"/>
            <a:pathLst>
              <a:path w="26298" h="33864" extrusionOk="0">
                <a:moveTo>
                  <a:pt x="6621" y="0"/>
                </a:moveTo>
                <a:cubicBezTo>
                  <a:pt x="6548" y="0"/>
                  <a:pt x="6468" y="31"/>
                  <a:pt x="6398" y="101"/>
                </a:cubicBezTo>
                <a:cubicBezTo>
                  <a:pt x="5445" y="1151"/>
                  <a:pt x="6495" y="2035"/>
                  <a:pt x="6840" y="3058"/>
                </a:cubicBezTo>
                <a:cubicBezTo>
                  <a:pt x="4754" y="3983"/>
                  <a:pt x="3164" y="5822"/>
                  <a:pt x="1976" y="7715"/>
                </a:cubicBezTo>
                <a:cubicBezTo>
                  <a:pt x="1244" y="8890"/>
                  <a:pt x="608" y="10189"/>
                  <a:pt x="345" y="11571"/>
                </a:cubicBezTo>
                <a:cubicBezTo>
                  <a:pt x="0" y="13367"/>
                  <a:pt x="262" y="15219"/>
                  <a:pt x="566" y="17001"/>
                </a:cubicBezTo>
                <a:cubicBezTo>
                  <a:pt x="857" y="18646"/>
                  <a:pt x="1520" y="20042"/>
                  <a:pt x="2252" y="21521"/>
                </a:cubicBezTo>
                <a:cubicBezTo>
                  <a:pt x="2694" y="22391"/>
                  <a:pt x="2985" y="23262"/>
                  <a:pt x="3219" y="24202"/>
                </a:cubicBezTo>
                <a:cubicBezTo>
                  <a:pt x="3496" y="25265"/>
                  <a:pt x="3731" y="26343"/>
                  <a:pt x="3925" y="27421"/>
                </a:cubicBezTo>
                <a:cubicBezTo>
                  <a:pt x="4021" y="27988"/>
                  <a:pt x="4242" y="28762"/>
                  <a:pt x="4187" y="29398"/>
                </a:cubicBezTo>
                <a:cubicBezTo>
                  <a:pt x="4047" y="29367"/>
                  <a:pt x="3911" y="29353"/>
                  <a:pt x="3779" y="29353"/>
                </a:cubicBezTo>
                <a:cubicBezTo>
                  <a:pt x="2364" y="29353"/>
                  <a:pt x="1406" y="31020"/>
                  <a:pt x="1962" y="32411"/>
                </a:cubicBezTo>
                <a:cubicBezTo>
                  <a:pt x="2405" y="33502"/>
                  <a:pt x="4201" y="33599"/>
                  <a:pt x="5169" y="33695"/>
                </a:cubicBezTo>
                <a:cubicBezTo>
                  <a:pt x="6328" y="33811"/>
                  <a:pt x="8861" y="33863"/>
                  <a:pt x="11674" y="33863"/>
                </a:cubicBezTo>
                <a:cubicBezTo>
                  <a:pt x="15933" y="33863"/>
                  <a:pt x="20833" y="33744"/>
                  <a:pt x="22581" y="33544"/>
                </a:cubicBezTo>
                <a:cubicBezTo>
                  <a:pt x="23548" y="33433"/>
                  <a:pt x="25345" y="33295"/>
                  <a:pt x="25760" y="32203"/>
                </a:cubicBezTo>
                <a:cubicBezTo>
                  <a:pt x="26298" y="30819"/>
                  <a:pt x="25327" y="29187"/>
                  <a:pt x="23939" y="29187"/>
                </a:cubicBezTo>
                <a:cubicBezTo>
                  <a:pt x="23829" y="29187"/>
                  <a:pt x="23718" y="29197"/>
                  <a:pt x="23604" y="29218"/>
                </a:cubicBezTo>
                <a:cubicBezTo>
                  <a:pt x="23811" y="26026"/>
                  <a:pt x="21765" y="23621"/>
                  <a:pt x="19403" y="21700"/>
                </a:cubicBezTo>
                <a:cubicBezTo>
                  <a:pt x="18048" y="20594"/>
                  <a:pt x="16528" y="19682"/>
                  <a:pt x="15395" y="18328"/>
                </a:cubicBezTo>
                <a:cubicBezTo>
                  <a:pt x="14800" y="17596"/>
                  <a:pt x="14386" y="16753"/>
                  <a:pt x="13943" y="15938"/>
                </a:cubicBezTo>
                <a:cubicBezTo>
                  <a:pt x="13571" y="15247"/>
                  <a:pt x="13114" y="14514"/>
                  <a:pt x="13031" y="13727"/>
                </a:cubicBezTo>
                <a:lnTo>
                  <a:pt x="13031" y="13727"/>
                </a:lnTo>
                <a:cubicBezTo>
                  <a:pt x="13318" y="13782"/>
                  <a:pt x="13612" y="13806"/>
                  <a:pt x="13909" y="13806"/>
                </a:cubicBezTo>
                <a:cubicBezTo>
                  <a:pt x="14712" y="13806"/>
                  <a:pt x="15536" y="13632"/>
                  <a:pt x="16293" y="13450"/>
                </a:cubicBezTo>
                <a:cubicBezTo>
                  <a:pt x="16556" y="13712"/>
                  <a:pt x="16790" y="14016"/>
                  <a:pt x="17067" y="14279"/>
                </a:cubicBezTo>
                <a:cubicBezTo>
                  <a:pt x="17454" y="14639"/>
                  <a:pt x="17868" y="14970"/>
                  <a:pt x="18310" y="15288"/>
                </a:cubicBezTo>
                <a:cubicBezTo>
                  <a:pt x="18764" y="15620"/>
                  <a:pt x="19231" y="15843"/>
                  <a:pt x="19746" y="15843"/>
                </a:cubicBezTo>
                <a:cubicBezTo>
                  <a:pt x="19938" y="15843"/>
                  <a:pt x="20136" y="15812"/>
                  <a:pt x="20342" y="15744"/>
                </a:cubicBezTo>
                <a:cubicBezTo>
                  <a:pt x="21544" y="15385"/>
                  <a:pt x="22471" y="14058"/>
                  <a:pt x="23023" y="13008"/>
                </a:cubicBezTo>
                <a:cubicBezTo>
                  <a:pt x="23037" y="12980"/>
                  <a:pt x="23037" y="12966"/>
                  <a:pt x="23051" y="12938"/>
                </a:cubicBezTo>
                <a:cubicBezTo>
                  <a:pt x="23355" y="11833"/>
                  <a:pt x="22443" y="10935"/>
                  <a:pt x="21710" y="10257"/>
                </a:cubicBezTo>
                <a:cubicBezTo>
                  <a:pt x="20536" y="9194"/>
                  <a:pt x="19333" y="8171"/>
                  <a:pt x="18172" y="7121"/>
                </a:cubicBezTo>
                <a:cubicBezTo>
                  <a:pt x="17094" y="6126"/>
                  <a:pt x="16031" y="5089"/>
                  <a:pt x="14842" y="4204"/>
                </a:cubicBezTo>
                <a:cubicBezTo>
                  <a:pt x="13986" y="3571"/>
                  <a:pt x="12991" y="3077"/>
                  <a:pt x="11940" y="3077"/>
                </a:cubicBezTo>
                <a:cubicBezTo>
                  <a:pt x="11753" y="3077"/>
                  <a:pt x="11564" y="3093"/>
                  <a:pt x="11373" y="3126"/>
                </a:cubicBezTo>
                <a:cubicBezTo>
                  <a:pt x="10005" y="1869"/>
                  <a:pt x="8664" y="73"/>
                  <a:pt x="6661" y="3"/>
                </a:cubicBezTo>
                <a:cubicBezTo>
                  <a:pt x="6648" y="1"/>
                  <a:pt x="6635" y="0"/>
                  <a:pt x="66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2"/>
          <p:cNvSpPr/>
          <p:nvPr/>
        </p:nvSpPr>
        <p:spPr>
          <a:xfrm>
            <a:off x="3503912" y="3413598"/>
            <a:ext cx="447441" cy="673775"/>
          </a:xfrm>
          <a:custGeom>
            <a:avLst/>
            <a:gdLst/>
            <a:ahLst/>
            <a:cxnLst/>
            <a:rect l="l" t="t" r="r" b="b"/>
            <a:pathLst>
              <a:path w="24741" h="37256" extrusionOk="0">
                <a:moveTo>
                  <a:pt x="11935" y="0"/>
                </a:moveTo>
                <a:cubicBezTo>
                  <a:pt x="11836" y="0"/>
                  <a:pt x="11740" y="35"/>
                  <a:pt x="11677" y="104"/>
                </a:cubicBezTo>
                <a:cubicBezTo>
                  <a:pt x="10074" y="1651"/>
                  <a:pt x="8278" y="3172"/>
                  <a:pt x="7670" y="5396"/>
                </a:cubicBezTo>
                <a:cubicBezTo>
                  <a:pt x="7366" y="6529"/>
                  <a:pt x="7559" y="7704"/>
                  <a:pt x="8071" y="8727"/>
                </a:cubicBezTo>
                <a:cubicBezTo>
                  <a:pt x="8292" y="9183"/>
                  <a:pt x="8609" y="9556"/>
                  <a:pt x="8969" y="9916"/>
                </a:cubicBezTo>
                <a:cubicBezTo>
                  <a:pt x="9328" y="10247"/>
                  <a:pt x="9757" y="10579"/>
                  <a:pt x="9702" y="11062"/>
                </a:cubicBezTo>
                <a:cubicBezTo>
                  <a:pt x="8278" y="11145"/>
                  <a:pt x="7159" y="11961"/>
                  <a:pt x="6896" y="13439"/>
                </a:cubicBezTo>
                <a:cubicBezTo>
                  <a:pt x="6606" y="15042"/>
                  <a:pt x="7780" y="16700"/>
                  <a:pt x="9425" y="16825"/>
                </a:cubicBezTo>
                <a:cubicBezTo>
                  <a:pt x="10157" y="18152"/>
                  <a:pt x="9646" y="20128"/>
                  <a:pt x="9245" y="21469"/>
                </a:cubicBezTo>
                <a:cubicBezTo>
                  <a:pt x="8817" y="22892"/>
                  <a:pt x="8071" y="24826"/>
                  <a:pt x="6647" y="25532"/>
                </a:cubicBezTo>
                <a:cubicBezTo>
                  <a:pt x="6426" y="25642"/>
                  <a:pt x="6536" y="25891"/>
                  <a:pt x="6619" y="26029"/>
                </a:cubicBezTo>
                <a:cubicBezTo>
                  <a:pt x="6938" y="27010"/>
                  <a:pt x="6619" y="27673"/>
                  <a:pt x="5722" y="28213"/>
                </a:cubicBezTo>
                <a:cubicBezTo>
                  <a:pt x="4989" y="28655"/>
                  <a:pt x="4187" y="28931"/>
                  <a:pt x="3524" y="29484"/>
                </a:cubicBezTo>
                <a:cubicBezTo>
                  <a:pt x="3068" y="29871"/>
                  <a:pt x="2543" y="30271"/>
                  <a:pt x="2308" y="30838"/>
                </a:cubicBezTo>
                <a:cubicBezTo>
                  <a:pt x="2184" y="31142"/>
                  <a:pt x="2142" y="31419"/>
                  <a:pt x="2169" y="31736"/>
                </a:cubicBezTo>
                <a:cubicBezTo>
                  <a:pt x="2184" y="32055"/>
                  <a:pt x="2322" y="32331"/>
                  <a:pt x="2433" y="32621"/>
                </a:cubicBezTo>
                <a:cubicBezTo>
                  <a:pt x="2360" y="32612"/>
                  <a:pt x="2287" y="32608"/>
                  <a:pt x="2214" y="32608"/>
                </a:cubicBezTo>
                <a:cubicBezTo>
                  <a:pt x="1718" y="32608"/>
                  <a:pt x="1225" y="32805"/>
                  <a:pt x="815" y="33118"/>
                </a:cubicBezTo>
                <a:cubicBezTo>
                  <a:pt x="69" y="33713"/>
                  <a:pt x="0" y="34846"/>
                  <a:pt x="277" y="35703"/>
                </a:cubicBezTo>
                <a:cubicBezTo>
                  <a:pt x="636" y="36849"/>
                  <a:pt x="2584" y="36974"/>
                  <a:pt x="3551" y="37085"/>
                </a:cubicBezTo>
                <a:cubicBezTo>
                  <a:pt x="4694" y="37204"/>
                  <a:pt x="7155" y="37255"/>
                  <a:pt x="9899" y="37255"/>
                </a:cubicBezTo>
                <a:cubicBezTo>
                  <a:pt x="14160" y="37255"/>
                  <a:pt x="19105" y="37132"/>
                  <a:pt x="20853" y="36947"/>
                </a:cubicBezTo>
                <a:cubicBezTo>
                  <a:pt x="21863" y="36836"/>
                  <a:pt x="23770" y="36684"/>
                  <a:pt x="24198" y="35537"/>
                </a:cubicBezTo>
                <a:cubicBezTo>
                  <a:pt x="24740" y="34103"/>
                  <a:pt x="23750" y="32416"/>
                  <a:pt x="22310" y="32416"/>
                </a:cubicBezTo>
                <a:cubicBezTo>
                  <a:pt x="22209" y="32416"/>
                  <a:pt x="22106" y="32424"/>
                  <a:pt x="22001" y="32441"/>
                </a:cubicBezTo>
                <a:cubicBezTo>
                  <a:pt x="22097" y="32178"/>
                  <a:pt x="22208" y="31930"/>
                  <a:pt x="22250" y="31653"/>
                </a:cubicBezTo>
                <a:cubicBezTo>
                  <a:pt x="22291" y="31364"/>
                  <a:pt x="22250" y="31087"/>
                  <a:pt x="22167" y="30824"/>
                </a:cubicBezTo>
                <a:cubicBezTo>
                  <a:pt x="21973" y="30175"/>
                  <a:pt x="21365" y="29733"/>
                  <a:pt x="20868" y="29332"/>
                </a:cubicBezTo>
                <a:cubicBezTo>
                  <a:pt x="20245" y="28848"/>
                  <a:pt x="19527" y="28558"/>
                  <a:pt x="18822" y="28198"/>
                </a:cubicBezTo>
                <a:cubicBezTo>
                  <a:pt x="17827" y="27701"/>
                  <a:pt x="17385" y="26997"/>
                  <a:pt x="17717" y="25932"/>
                </a:cubicBezTo>
                <a:cubicBezTo>
                  <a:pt x="17800" y="25711"/>
                  <a:pt x="17896" y="25545"/>
                  <a:pt x="17662" y="25434"/>
                </a:cubicBezTo>
                <a:cubicBezTo>
                  <a:pt x="16224" y="24758"/>
                  <a:pt x="15478" y="22836"/>
                  <a:pt x="15008" y="21427"/>
                </a:cubicBezTo>
                <a:cubicBezTo>
                  <a:pt x="14566" y="20100"/>
                  <a:pt x="14041" y="18110"/>
                  <a:pt x="14745" y="16770"/>
                </a:cubicBezTo>
                <a:cubicBezTo>
                  <a:pt x="16321" y="16632"/>
                  <a:pt x="17468" y="15056"/>
                  <a:pt x="17233" y="13494"/>
                </a:cubicBezTo>
                <a:cubicBezTo>
                  <a:pt x="16998" y="11947"/>
                  <a:pt x="15851" y="11076"/>
                  <a:pt x="14358" y="11021"/>
                </a:cubicBezTo>
                <a:cubicBezTo>
                  <a:pt x="14303" y="10592"/>
                  <a:pt x="14635" y="10288"/>
                  <a:pt x="14966" y="9971"/>
                </a:cubicBezTo>
                <a:cubicBezTo>
                  <a:pt x="15312" y="9625"/>
                  <a:pt x="15602" y="9280"/>
                  <a:pt x="15865" y="8851"/>
                </a:cubicBezTo>
                <a:cubicBezTo>
                  <a:pt x="16445" y="7843"/>
                  <a:pt x="16569" y="6667"/>
                  <a:pt x="16348" y="5534"/>
                </a:cubicBezTo>
                <a:cubicBezTo>
                  <a:pt x="15906" y="3227"/>
                  <a:pt x="13820" y="1609"/>
                  <a:pt x="12202" y="104"/>
                </a:cubicBezTo>
                <a:cubicBezTo>
                  <a:pt x="12133" y="35"/>
                  <a:pt x="12033" y="0"/>
                  <a:pt x="119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2"/>
          <p:cNvSpPr/>
          <p:nvPr/>
        </p:nvSpPr>
        <p:spPr>
          <a:xfrm>
            <a:off x="5171612" y="1876287"/>
            <a:ext cx="489543" cy="740092"/>
          </a:xfrm>
          <a:custGeom>
            <a:avLst/>
            <a:gdLst/>
            <a:ahLst/>
            <a:cxnLst/>
            <a:rect l="l" t="t" r="r" b="b"/>
            <a:pathLst>
              <a:path w="27069" h="40923" extrusionOk="0">
                <a:moveTo>
                  <a:pt x="13157" y="0"/>
                </a:moveTo>
                <a:cubicBezTo>
                  <a:pt x="12315" y="14"/>
                  <a:pt x="11458" y="345"/>
                  <a:pt x="11250" y="1230"/>
                </a:cubicBezTo>
                <a:cubicBezTo>
                  <a:pt x="11112" y="1824"/>
                  <a:pt x="11320" y="2390"/>
                  <a:pt x="11692" y="2847"/>
                </a:cubicBezTo>
                <a:cubicBezTo>
                  <a:pt x="10725" y="3109"/>
                  <a:pt x="10076" y="3925"/>
                  <a:pt x="9938" y="4961"/>
                </a:cubicBezTo>
                <a:cubicBezTo>
                  <a:pt x="9453" y="5016"/>
                  <a:pt x="8984" y="5016"/>
                  <a:pt x="8500" y="5031"/>
                </a:cubicBezTo>
                <a:lnTo>
                  <a:pt x="8458" y="5031"/>
                </a:lnTo>
                <a:cubicBezTo>
                  <a:pt x="8320" y="5058"/>
                  <a:pt x="8252" y="5141"/>
                  <a:pt x="8210" y="5252"/>
                </a:cubicBezTo>
                <a:cubicBezTo>
                  <a:pt x="8169" y="5362"/>
                  <a:pt x="8196" y="5500"/>
                  <a:pt x="8307" y="5597"/>
                </a:cubicBezTo>
                <a:cubicBezTo>
                  <a:pt x="8320" y="5611"/>
                  <a:pt x="8348" y="5624"/>
                  <a:pt x="8362" y="5624"/>
                </a:cubicBezTo>
                <a:cubicBezTo>
                  <a:pt x="9205" y="6109"/>
                  <a:pt x="9730" y="7408"/>
                  <a:pt x="9827" y="8388"/>
                </a:cubicBezTo>
                <a:cubicBezTo>
                  <a:pt x="9026" y="8430"/>
                  <a:pt x="8293" y="8955"/>
                  <a:pt x="8210" y="9812"/>
                </a:cubicBezTo>
                <a:cubicBezTo>
                  <a:pt x="8169" y="10227"/>
                  <a:pt x="8252" y="10752"/>
                  <a:pt x="8639" y="11001"/>
                </a:cubicBezTo>
                <a:cubicBezTo>
                  <a:pt x="8666" y="11014"/>
                  <a:pt x="8707" y="11028"/>
                  <a:pt x="8735" y="11042"/>
                </a:cubicBezTo>
                <a:cubicBezTo>
                  <a:pt x="8431" y="11373"/>
                  <a:pt x="8307" y="11871"/>
                  <a:pt x="8458" y="12423"/>
                </a:cubicBezTo>
                <a:cubicBezTo>
                  <a:pt x="8641" y="13130"/>
                  <a:pt x="9237" y="13281"/>
                  <a:pt x="9856" y="13281"/>
                </a:cubicBezTo>
                <a:cubicBezTo>
                  <a:pt x="10036" y="13281"/>
                  <a:pt x="10219" y="13268"/>
                  <a:pt x="10393" y="13253"/>
                </a:cubicBezTo>
                <a:cubicBezTo>
                  <a:pt x="10670" y="14041"/>
                  <a:pt x="10601" y="15036"/>
                  <a:pt x="10614" y="15823"/>
                </a:cubicBezTo>
                <a:cubicBezTo>
                  <a:pt x="10642" y="17468"/>
                  <a:pt x="10546" y="19099"/>
                  <a:pt x="10366" y="20730"/>
                </a:cubicBezTo>
                <a:cubicBezTo>
                  <a:pt x="10172" y="22443"/>
                  <a:pt x="9868" y="24170"/>
                  <a:pt x="9330" y="25801"/>
                </a:cubicBezTo>
                <a:cubicBezTo>
                  <a:pt x="8956" y="26921"/>
                  <a:pt x="8390" y="28303"/>
                  <a:pt x="7257" y="28828"/>
                </a:cubicBezTo>
                <a:cubicBezTo>
                  <a:pt x="7146" y="28869"/>
                  <a:pt x="7021" y="29035"/>
                  <a:pt x="7104" y="29187"/>
                </a:cubicBezTo>
                <a:cubicBezTo>
                  <a:pt x="7491" y="30237"/>
                  <a:pt x="7201" y="30969"/>
                  <a:pt x="6247" y="31550"/>
                </a:cubicBezTo>
                <a:cubicBezTo>
                  <a:pt x="5488" y="32020"/>
                  <a:pt x="4631" y="32310"/>
                  <a:pt x="3940" y="32891"/>
                </a:cubicBezTo>
                <a:cubicBezTo>
                  <a:pt x="3443" y="33291"/>
                  <a:pt x="2875" y="33733"/>
                  <a:pt x="2641" y="34356"/>
                </a:cubicBezTo>
                <a:cubicBezTo>
                  <a:pt x="2530" y="34660"/>
                  <a:pt x="2475" y="34991"/>
                  <a:pt x="2530" y="35323"/>
                </a:cubicBezTo>
                <a:cubicBezTo>
                  <a:pt x="2586" y="35613"/>
                  <a:pt x="2710" y="35876"/>
                  <a:pt x="2807" y="36152"/>
                </a:cubicBezTo>
                <a:cubicBezTo>
                  <a:pt x="2697" y="36134"/>
                  <a:pt x="2590" y="36125"/>
                  <a:pt x="2486" y="36125"/>
                </a:cubicBezTo>
                <a:cubicBezTo>
                  <a:pt x="988" y="36125"/>
                  <a:pt x="1" y="37900"/>
                  <a:pt x="581" y="39386"/>
                </a:cubicBezTo>
                <a:cubicBezTo>
                  <a:pt x="1038" y="40575"/>
                  <a:pt x="3028" y="40671"/>
                  <a:pt x="4078" y="40781"/>
                </a:cubicBezTo>
                <a:cubicBezTo>
                  <a:pt x="5119" y="40883"/>
                  <a:pt x="7337" y="40923"/>
                  <a:pt x="9905" y="40923"/>
                </a:cubicBezTo>
                <a:cubicBezTo>
                  <a:pt x="15043" y="40923"/>
                  <a:pt x="21587" y="40763"/>
                  <a:pt x="22941" y="40615"/>
                </a:cubicBezTo>
                <a:cubicBezTo>
                  <a:pt x="23978" y="40505"/>
                  <a:pt x="25885" y="40353"/>
                  <a:pt x="26396" y="39233"/>
                </a:cubicBezTo>
                <a:cubicBezTo>
                  <a:pt x="27068" y="37734"/>
                  <a:pt x="25975" y="35932"/>
                  <a:pt x="24451" y="35932"/>
                </a:cubicBezTo>
                <a:cubicBezTo>
                  <a:pt x="24346" y="35932"/>
                  <a:pt x="24239" y="35941"/>
                  <a:pt x="24130" y="35959"/>
                </a:cubicBezTo>
                <a:cubicBezTo>
                  <a:pt x="24213" y="35751"/>
                  <a:pt x="24310" y="35544"/>
                  <a:pt x="24365" y="35323"/>
                </a:cubicBezTo>
                <a:cubicBezTo>
                  <a:pt x="24448" y="34991"/>
                  <a:pt x="24421" y="34632"/>
                  <a:pt x="24323" y="34314"/>
                </a:cubicBezTo>
                <a:cubicBezTo>
                  <a:pt x="24130" y="33623"/>
                  <a:pt x="23466" y="33140"/>
                  <a:pt x="22941" y="32725"/>
                </a:cubicBezTo>
                <a:cubicBezTo>
                  <a:pt x="22292" y="32200"/>
                  <a:pt x="21518" y="31909"/>
                  <a:pt x="20785" y="31522"/>
                </a:cubicBezTo>
                <a:cubicBezTo>
                  <a:pt x="19735" y="30984"/>
                  <a:pt x="19321" y="30210"/>
                  <a:pt x="19722" y="29077"/>
                </a:cubicBezTo>
                <a:cubicBezTo>
                  <a:pt x="19735" y="29035"/>
                  <a:pt x="19735" y="28994"/>
                  <a:pt x="19735" y="28952"/>
                </a:cubicBezTo>
                <a:lnTo>
                  <a:pt x="19735" y="28924"/>
                </a:lnTo>
                <a:cubicBezTo>
                  <a:pt x="19722" y="28841"/>
                  <a:pt x="19680" y="28773"/>
                  <a:pt x="19569" y="28717"/>
                </a:cubicBezTo>
                <a:cubicBezTo>
                  <a:pt x="18451" y="28220"/>
                  <a:pt x="17883" y="26921"/>
                  <a:pt x="17483" y="25843"/>
                </a:cubicBezTo>
                <a:cubicBezTo>
                  <a:pt x="16875" y="24240"/>
                  <a:pt x="16557" y="22512"/>
                  <a:pt x="16336" y="20813"/>
                </a:cubicBezTo>
                <a:cubicBezTo>
                  <a:pt x="16114" y="19182"/>
                  <a:pt x="15991" y="17537"/>
                  <a:pt x="15976" y="15893"/>
                </a:cubicBezTo>
                <a:cubicBezTo>
                  <a:pt x="15963" y="15064"/>
                  <a:pt x="15880" y="14013"/>
                  <a:pt x="16142" y="13212"/>
                </a:cubicBezTo>
                <a:cubicBezTo>
                  <a:pt x="16282" y="13219"/>
                  <a:pt x="16423" y="13225"/>
                  <a:pt x="16562" y="13225"/>
                </a:cubicBezTo>
                <a:cubicBezTo>
                  <a:pt x="17217" y="13225"/>
                  <a:pt x="17826" y="13093"/>
                  <a:pt x="18077" y="12341"/>
                </a:cubicBezTo>
                <a:cubicBezTo>
                  <a:pt x="18257" y="11788"/>
                  <a:pt x="18104" y="11290"/>
                  <a:pt x="17773" y="10973"/>
                </a:cubicBezTo>
                <a:cubicBezTo>
                  <a:pt x="17800" y="10945"/>
                  <a:pt x="17828" y="10931"/>
                  <a:pt x="17870" y="10918"/>
                </a:cubicBezTo>
                <a:cubicBezTo>
                  <a:pt x="18243" y="10669"/>
                  <a:pt x="18326" y="10144"/>
                  <a:pt x="18270" y="9729"/>
                </a:cubicBezTo>
                <a:cubicBezTo>
                  <a:pt x="18174" y="8872"/>
                  <a:pt x="17428" y="8361"/>
                  <a:pt x="16640" y="8333"/>
                </a:cubicBezTo>
                <a:cubicBezTo>
                  <a:pt x="16709" y="7338"/>
                  <a:pt x="17220" y="6039"/>
                  <a:pt x="18049" y="5541"/>
                </a:cubicBezTo>
                <a:cubicBezTo>
                  <a:pt x="18077" y="5528"/>
                  <a:pt x="18091" y="5514"/>
                  <a:pt x="18104" y="5500"/>
                </a:cubicBezTo>
                <a:cubicBezTo>
                  <a:pt x="18215" y="5418"/>
                  <a:pt x="18243" y="5279"/>
                  <a:pt x="18187" y="5154"/>
                </a:cubicBezTo>
                <a:cubicBezTo>
                  <a:pt x="18160" y="5058"/>
                  <a:pt x="18077" y="4961"/>
                  <a:pt x="17939" y="4948"/>
                </a:cubicBezTo>
                <a:lnTo>
                  <a:pt x="17898" y="4948"/>
                </a:lnTo>
                <a:cubicBezTo>
                  <a:pt x="17413" y="4948"/>
                  <a:pt x="16944" y="4948"/>
                  <a:pt x="16460" y="4906"/>
                </a:cubicBezTo>
                <a:cubicBezTo>
                  <a:pt x="16308" y="3883"/>
                  <a:pt x="15645" y="3068"/>
                  <a:pt x="14677" y="2819"/>
                </a:cubicBezTo>
                <a:cubicBezTo>
                  <a:pt x="15023" y="2363"/>
                  <a:pt x="15189" y="1810"/>
                  <a:pt x="15079" y="1189"/>
                </a:cubicBezTo>
                <a:cubicBezTo>
                  <a:pt x="14926" y="304"/>
                  <a:pt x="14001" y="0"/>
                  <a:pt x="131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</a:t>
            </a:r>
            <a:endParaRPr/>
          </a:p>
        </p:txBody>
      </p:sp>
      <p:sp>
        <p:nvSpPr>
          <p:cNvPr id="361" name="Google Shape;361;p33"/>
          <p:cNvSpPr/>
          <p:nvPr/>
        </p:nvSpPr>
        <p:spPr>
          <a:xfrm rot="5400000">
            <a:off x="3710023" y="2429429"/>
            <a:ext cx="617899" cy="914829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3"/>
          <p:cNvSpPr/>
          <p:nvPr/>
        </p:nvSpPr>
        <p:spPr>
          <a:xfrm rot="-5400000">
            <a:off x="3712458" y="1377274"/>
            <a:ext cx="613030" cy="914869"/>
          </a:xfrm>
          <a:custGeom>
            <a:avLst/>
            <a:gdLst/>
            <a:ahLst/>
            <a:cxnLst/>
            <a:rect l="l" t="t" r="r" b="b"/>
            <a:pathLst>
              <a:path w="10618" h="15846" extrusionOk="0">
                <a:moveTo>
                  <a:pt x="5188" y="0"/>
                </a:moveTo>
                <a:cubicBezTo>
                  <a:pt x="3806" y="0"/>
                  <a:pt x="2682" y="1111"/>
                  <a:pt x="2669" y="2505"/>
                </a:cubicBezTo>
                <a:cubicBezTo>
                  <a:pt x="2669" y="3603"/>
                  <a:pt x="3373" y="4551"/>
                  <a:pt x="4361" y="4889"/>
                </a:cubicBezTo>
                <a:cubicBezTo>
                  <a:pt x="1923" y="5105"/>
                  <a:pt x="1613" y="6080"/>
                  <a:pt x="3400" y="6284"/>
                </a:cubicBezTo>
                <a:cubicBezTo>
                  <a:pt x="3576" y="8857"/>
                  <a:pt x="3305" y="11024"/>
                  <a:pt x="2235" y="11822"/>
                </a:cubicBezTo>
                <a:cubicBezTo>
                  <a:pt x="1165" y="12622"/>
                  <a:pt x="515" y="12879"/>
                  <a:pt x="488" y="13326"/>
                </a:cubicBezTo>
                <a:cubicBezTo>
                  <a:pt x="461" y="13773"/>
                  <a:pt x="746" y="14030"/>
                  <a:pt x="1030" y="14125"/>
                </a:cubicBezTo>
                <a:cubicBezTo>
                  <a:pt x="123" y="14531"/>
                  <a:pt x="0" y="14897"/>
                  <a:pt x="231" y="15222"/>
                </a:cubicBezTo>
                <a:cubicBezTo>
                  <a:pt x="529" y="15629"/>
                  <a:pt x="1436" y="15791"/>
                  <a:pt x="2790" y="15818"/>
                </a:cubicBezTo>
                <a:cubicBezTo>
                  <a:pt x="3373" y="15831"/>
                  <a:pt x="4213" y="15845"/>
                  <a:pt x="5107" y="15845"/>
                </a:cubicBezTo>
                <a:lnTo>
                  <a:pt x="6474" y="15845"/>
                </a:lnTo>
                <a:cubicBezTo>
                  <a:pt x="6488" y="15845"/>
                  <a:pt x="6515" y="15831"/>
                  <a:pt x="6542" y="15831"/>
                </a:cubicBezTo>
                <a:lnTo>
                  <a:pt x="7016" y="15831"/>
                </a:lnTo>
                <a:cubicBezTo>
                  <a:pt x="7151" y="15818"/>
                  <a:pt x="7273" y="15818"/>
                  <a:pt x="7395" y="15818"/>
                </a:cubicBezTo>
                <a:lnTo>
                  <a:pt x="7436" y="15818"/>
                </a:lnTo>
                <a:cubicBezTo>
                  <a:pt x="7557" y="15804"/>
                  <a:pt x="7666" y="15804"/>
                  <a:pt x="7774" y="15791"/>
                </a:cubicBezTo>
                <a:lnTo>
                  <a:pt x="7855" y="15791"/>
                </a:lnTo>
                <a:cubicBezTo>
                  <a:pt x="7964" y="15791"/>
                  <a:pt x="8086" y="15777"/>
                  <a:pt x="8194" y="15764"/>
                </a:cubicBezTo>
                <a:lnTo>
                  <a:pt x="8248" y="15764"/>
                </a:lnTo>
                <a:cubicBezTo>
                  <a:pt x="8343" y="15764"/>
                  <a:pt x="8438" y="15750"/>
                  <a:pt x="8532" y="15737"/>
                </a:cubicBezTo>
                <a:lnTo>
                  <a:pt x="8586" y="15737"/>
                </a:lnTo>
                <a:cubicBezTo>
                  <a:pt x="8682" y="15723"/>
                  <a:pt x="8776" y="15723"/>
                  <a:pt x="8857" y="15710"/>
                </a:cubicBezTo>
                <a:cubicBezTo>
                  <a:pt x="8884" y="15710"/>
                  <a:pt x="8899" y="15696"/>
                  <a:pt x="8912" y="15696"/>
                </a:cubicBezTo>
                <a:cubicBezTo>
                  <a:pt x="9007" y="15683"/>
                  <a:pt x="9088" y="15669"/>
                  <a:pt x="9169" y="15656"/>
                </a:cubicBezTo>
                <a:cubicBezTo>
                  <a:pt x="10510" y="15425"/>
                  <a:pt x="10618" y="14450"/>
                  <a:pt x="9521" y="14206"/>
                </a:cubicBezTo>
                <a:cubicBezTo>
                  <a:pt x="10036" y="13773"/>
                  <a:pt x="10226" y="12974"/>
                  <a:pt x="9589" y="12757"/>
                </a:cubicBezTo>
                <a:cubicBezTo>
                  <a:pt x="8939" y="12541"/>
                  <a:pt x="7801" y="11850"/>
                  <a:pt x="7178" y="10320"/>
                </a:cubicBezTo>
                <a:cubicBezTo>
                  <a:pt x="6596" y="8897"/>
                  <a:pt x="6826" y="6595"/>
                  <a:pt x="6853" y="6297"/>
                </a:cubicBezTo>
                <a:cubicBezTo>
                  <a:pt x="6853" y="6270"/>
                  <a:pt x="6867" y="6257"/>
                  <a:pt x="6867" y="6257"/>
                </a:cubicBezTo>
                <a:cubicBezTo>
                  <a:pt x="6867" y="6257"/>
                  <a:pt x="7896" y="6243"/>
                  <a:pt x="8140" y="5891"/>
                </a:cubicBezTo>
                <a:cubicBezTo>
                  <a:pt x="8397" y="5539"/>
                  <a:pt x="7368" y="5038"/>
                  <a:pt x="6000" y="4889"/>
                </a:cubicBezTo>
                <a:cubicBezTo>
                  <a:pt x="6975" y="4551"/>
                  <a:pt x="7680" y="3616"/>
                  <a:pt x="7693" y="2519"/>
                </a:cubicBezTo>
                <a:cubicBezTo>
                  <a:pt x="7693" y="2438"/>
                  <a:pt x="7680" y="2370"/>
                  <a:pt x="7680" y="2288"/>
                </a:cubicBezTo>
                <a:cubicBezTo>
                  <a:pt x="7680" y="2261"/>
                  <a:pt x="7680" y="2234"/>
                  <a:pt x="7666" y="2207"/>
                </a:cubicBezTo>
                <a:cubicBezTo>
                  <a:pt x="7666" y="2153"/>
                  <a:pt x="7653" y="2113"/>
                  <a:pt x="7653" y="2059"/>
                </a:cubicBezTo>
                <a:cubicBezTo>
                  <a:pt x="7638" y="2032"/>
                  <a:pt x="7638" y="2004"/>
                  <a:pt x="7625" y="1963"/>
                </a:cubicBezTo>
                <a:cubicBezTo>
                  <a:pt x="7611" y="1923"/>
                  <a:pt x="7611" y="1869"/>
                  <a:pt x="7598" y="1828"/>
                </a:cubicBezTo>
                <a:cubicBezTo>
                  <a:pt x="7584" y="1801"/>
                  <a:pt x="7571" y="1774"/>
                  <a:pt x="7571" y="1747"/>
                </a:cubicBezTo>
                <a:cubicBezTo>
                  <a:pt x="7557" y="1692"/>
                  <a:pt x="7530" y="1652"/>
                  <a:pt x="7517" y="1598"/>
                </a:cubicBezTo>
                <a:cubicBezTo>
                  <a:pt x="7503" y="1571"/>
                  <a:pt x="7503" y="1557"/>
                  <a:pt x="7490" y="1530"/>
                </a:cubicBezTo>
                <a:cubicBezTo>
                  <a:pt x="7463" y="1463"/>
                  <a:pt x="7422" y="1395"/>
                  <a:pt x="7395" y="1327"/>
                </a:cubicBezTo>
                <a:cubicBezTo>
                  <a:pt x="7382" y="1313"/>
                  <a:pt x="7382" y="1300"/>
                  <a:pt x="7368" y="1300"/>
                </a:cubicBezTo>
                <a:cubicBezTo>
                  <a:pt x="7341" y="1246"/>
                  <a:pt x="7313" y="1192"/>
                  <a:pt x="7273" y="1138"/>
                </a:cubicBezTo>
                <a:cubicBezTo>
                  <a:pt x="7259" y="1111"/>
                  <a:pt x="7246" y="1097"/>
                  <a:pt x="7232" y="1069"/>
                </a:cubicBezTo>
                <a:cubicBezTo>
                  <a:pt x="7205" y="1029"/>
                  <a:pt x="7178" y="988"/>
                  <a:pt x="7151" y="961"/>
                </a:cubicBezTo>
                <a:cubicBezTo>
                  <a:pt x="7124" y="934"/>
                  <a:pt x="7111" y="907"/>
                  <a:pt x="7084" y="880"/>
                </a:cubicBezTo>
                <a:cubicBezTo>
                  <a:pt x="7057" y="853"/>
                  <a:pt x="7030" y="826"/>
                  <a:pt x="7003" y="786"/>
                </a:cubicBezTo>
                <a:cubicBezTo>
                  <a:pt x="6975" y="772"/>
                  <a:pt x="6961" y="744"/>
                  <a:pt x="6934" y="717"/>
                </a:cubicBezTo>
                <a:cubicBezTo>
                  <a:pt x="6907" y="690"/>
                  <a:pt x="6867" y="663"/>
                  <a:pt x="6840" y="636"/>
                </a:cubicBezTo>
                <a:lnTo>
                  <a:pt x="6772" y="569"/>
                </a:lnTo>
                <a:cubicBezTo>
                  <a:pt x="6718" y="528"/>
                  <a:pt x="6677" y="501"/>
                  <a:pt x="6636" y="474"/>
                </a:cubicBezTo>
                <a:lnTo>
                  <a:pt x="6515" y="392"/>
                </a:lnTo>
                <a:cubicBezTo>
                  <a:pt x="6488" y="365"/>
                  <a:pt x="6447" y="352"/>
                  <a:pt x="6420" y="325"/>
                </a:cubicBezTo>
                <a:cubicBezTo>
                  <a:pt x="6380" y="311"/>
                  <a:pt x="6352" y="298"/>
                  <a:pt x="6311" y="271"/>
                </a:cubicBezTo>
                <a:cubicBezTo>
                  <a:pt x="6284" y="257"/>
                  <a:pt x="6244" y="244"/>
                  <a:pt x="6217" y="230"/>
                </a:cubicBezTo>
                <a:cubicBezTo>
                  <a:pt x="6176" y="217"/>
                  <a:pt x="6149" y="203"/>
                  <a:pt x="6109" y="190"/>
                </a:cubicBezTo>
                <a:cubicBezTo>
                  <a:pt x="6082" y="176"/>
                  <a:pt x="6040" y="163"/>
                  <a:pt x="6000" y="149"/>
                </a:cubicBezTo>
                <a:cubicBezTo>
                  <a:pt x="5973" y="136"/>
                  <a:pt x="5932" y="122"/>
                  <a:pt x="5892" y="109"/>
                </a:cubicBezTo>
                <a:cubicBezTo>
                  <a:pt x="5892" y="109"/>
                  <a:pt x="5878" y="109"/>
                  <a:pt x="5865" y="94"/>
                </a:cubicBezTo>
                <a:lnTo>
                  <a:pt x="5865" y="94"/>
                </a:lnTo>
                <a:cubicBezTo>
                  <a:pt x="5865" y="94"/>
                  <a:pt x="5865" y="102"/>
                  <a:pt x="5870" y="106"/>
                </a:cubicBezTo>
                <a:lnTo>
                  <a:pt x="5870" y="106"/>
                </a:lnTo>
                <a:cubicBezTo>
                  <a:pt x="5656" y="39"/>
                  <a:pt x="5429" y="0"/>
                  <a:pt x="518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3"/>
          <p:cNvSpPr/>
          <p:nvPr/>
        </p:nvSpPr>
        <p:spPr>
          <a:xfrm rot="-5400000">
            <a:off x="3709866" y="3274626"/>
            <a:ext cx="618213" cy="1297787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3"/>
          <p:cNvSpPr txBox="1">
            <a:spLocks noGrp="1"/>
          </p:cNvSpPr>
          <p:nvPr>
            <p:ph type="subTitle" idx="4294967295"/>
          </p:nvPr>
        </p:nvSpPr>
        <p:spPr>
          <a:xfrm>
            <a:off x="5500983" y="3370138"/>
            <a:ext cx="21831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Pygame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Copy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Random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os</a:t>
            </a:r>
            <a:endParaRPr/>
          </a:p>
        </p:txBody>
      </p:sp>
      <p:sp>
        <p:nvSpPr>
          <p:cNvPr id="365" name="Google Shape;365;p33"/>
          <p:cNvSpPr txBox="1">
            <a:spLocks noGrp="1"/>
          </p:cNvSpPr>
          <p:nvPr>
            <p:ph type="subTitle" idx="4294967295"/>
          </p:nvPr>
        </p:nvSpPr>
        <p:spPr>
          <a:xfrm>
            <a:off x="5500997" y="1363455"/>
            <a:ext cx="28272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Easy to Develop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Large Community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Great for AI Algorithm   </a:t>
            </a:r>
            <a:endParaRPr/>
          </a:p>
        </p:txBody>
      </p:sp>
      <p:sp>
        <p:nvSpPr>
          <p:cNvPr id="366" name="Google Shape;366;p33"/>
          <p:cNvSpPr txBox="1">
            <a:spLocks noGrp="1"/>
          </p:cNvSpPr>
          <p:nvPr>
            <p:ph type="subTitle" idx="4294967295"/>
          </p:nvPr>
        </p:nvSpPr>
        <p:spPr>
          <a:xfrm>
            <a:off x="5500999" y="2403973"/>
            <a:ext cx="25662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Python Extension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GitHub Integration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Debugging Tools </a:t>
            </a:r>
            <a:endParaRPr/>
          </a:p>
        </p:txBody>
      </p:sp>
      <p:sp>
        <p:nvSpPr>
          <p:cNvPr id="367" name="Google Shape;367;p33"/>
          <p:cNvSpPr txBox="1">
            <a:spLocks noGrp="1"/>
          </p:cNvSpPr>
          <p:nvPr>
            <p:ph type="subTitle" idx="4294967295"/>
          </p:nvPr>
        </p:nvSpPr>
        <p:spPr>
          <a:xfrm>
            <a:off x="316625" y="3541925"/>
            <a:ext cx="22974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latin typeface="Oranienbaum"/>
                <a:ea typeface="Oranienbaum"/>
                <a:cs typeface="Oranienbaum"/>
                <a:sym typeface="Oranienbaum"/>
              </a:rPr>
              <a:t>LIBRARIES</a:t>
            </a:r>
            <a:endParaRPr sz="4000" b="1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68" name="Google Shape;368;p33"/>
          <p:cNvSpPr txBox="1">
            <a:spLocks noGrp="1"/>
          </p:cNvSpPr>
          <p:nvPr>
            <p:ph type="subTitle" idx="4294967295"/>
          </p:nvPr>
        </p:nvSpPr>
        <p:spPr>
          <a:xfrm>
            <a:off x="771355" y="2505250"/>
            <a:ext cx="18426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latin typeface="Oranienbaum"/>
                <a:ea typeface="Oranienbaum"/>
                <a:cs typeface="Oranienbaum"/>
                <a:sym typeface="Oranienbaum"/>
              </a:rPr>
              <a:t>VSC</a:t>
            </a:r>
            <a:endParaRPr sz="4000" b="1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4294967295"/>
          </p:nvPr>
        </p:nvSpPr>
        <p:spPr>
          <a:xfrm>
            <a:off x="569256" y="1468575"/>
            <a:ext cx="20448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latin typeface="Oranienbaum"/>
                <a:ea typeface="Oranienbaum"/>
                <a:cs typeface="Oranienbaum"/>
                <a:sym typeface="Oranienbaum"/>
              </a:rPr>
              <a:t>PYTHON</a:t>
            </a:r>
            <a:endParaRPr sz="4000" b="1">
              <a:latin typeface="Oranienbaum"/>
              <a:ea typeface="Oranienbaum"/>
              <a:cs typeface="Oranienbaum"/>
              <a:sym typeface="Oranienbaum"/>
            </a:endParaRPr>
          </a:p>
        </p:txBody>
      </p:sp>
      <p:cxnSp>
        <p:nvCxnSpPr>
          <p:cNvPr id="370" name="Google Shape;370;p33"/>
          <p:cNvCxnSpPr/>
          <p:nvPr/>
        </p:nvCxnSpPr>
        <p:spPr>
          <a:xfrm>
            <a:off x="2690686" y="1850175"/>
            <a:ext cx="602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371" name="Google Shape;371;p33"/>
          <p:cNvCxnSpPr/>
          <p:nvPr/>
        </p:nvCxnSpPr>
        <p:spPr>
          <a:xfrm>
            <a:off x="4783064" y="1850175"/>
            <a:ext cx="602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372" name="Google Shape;372;p33"/>
          <p:cNvCxnSpPr/>
          <p:nvPr/>
        </p:nvCxnSpPr>
        <p:spPr>
          <a:xfrm>
            <a:off x="2690686" y="2886850"/>
            <a:ext cx="60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373" name="Google Shape;373;p33"/>
          <p:cNvCxnSpPr/>
          <p:nvPr/>
        </p:nvCxnSpPr>
        <p:spPr>
          <a:xfrm>
            <a:off x="4783064" y="2886850"/>
            <a:ext cx="60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374" name="Google Shape;374;p33"/>
          <p:cNvCxnSpPr/>
          <p:nvPr/>
        </p:nvCxnSpPr>
        <p:spPr>
          <a:xfrm>
            <a:off x="2690686" y="3923525"/>
            <a:ext cx="602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375" name="Google Shape;375;p33"/>
          <p:cNvCxnSpPr/>
          <p:nvPr/>
        </p:nvCxnSpPr>
        <p:spPr>
          <a:xfrm>
            <a:off x="4783064" y="3923525"/>
            <a:ext cx="602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grpSp>
        <p:nvGrpSpPr>
          <p:cNvPr id="376" name="Google Shape;376;p33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77" name="Google Shape;377;p33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3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9" name="Google Shape;379;p33"/>
          <p:cNvSpPr txBox="1">
            <a:spLocks noGrp="1"/>
          </p:cNvSpPr>
          <p:nvPr>
            <p:ph type="subTitle" idx="4294967295"/>
          </p:nvPr>
        </p:nvSpPr>
        <p:spPr>
          <a:xfrm>
            <a:off x="1378455" y="1017725"/>
            <a:ext cx="32895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Oranienbaum"/>
                <a:ea typeface="Oranienbaum"/>
                <a:cs typeface="Oranienbaum"/>
                <a:sym typeface="Oranienbaum"/>
              </a:rPr>
              <a:t>Softwares &amp; Library </a:t>
            </a:r>
            <a:endParaRPr sz="2800" b="1">
              <a:latin typeface="Oranienbaum"/>
              <a:ea typeface="Oranienbaum"/>
              <a:cs typeface="Oranienbaum"/>
              <a:sym typeface="Oranienba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CHESS ENGINE ARCHITECTURE </a:t>
            </a:r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body" idx="1"/>
          </p:nvPr>
        </p:nvSpPr>
        <p:spPr>
          <a:xfrm>
            <a:off x="597766" y="832801"/>
            <a:ext cx="2294700" cy="23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Main Program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    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   Game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┌────┴────┐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▼         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Board     AI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│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▼         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Pieces   Minimax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Move Validation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dirty="0"/>
          </a:p>
        </p:txBody>
      </p:sp>
      <p:grpSp>
        <p:nvGrpSpPr>
          <p:cNvPr id="386" name="Google Shape;386;p34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87" name="Google Shape;387;p34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9" name="Google Shape;389;p34"/>
          <p:cNvSpPr txBox="1"/>
          <p:nvPr/>
        </p:nvSpPr>
        <p:spPr>
          <a:xfrm>
            <a:off x="2401176" y="1364949"/>
            <a:ext cx="2293800" cy="3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Main Modules</a:t>
            </a:r>
            <a:endParaRPr sz="1300" b="1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Main.py</a:t>
            </a:r>
            <a:endParaRPr sz="1100">
              <a:solidFill>
                <a:schemeClr val="lt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Board.py</a:t>
            </a:r>
            <a:endParaRPr sz="1100">
              <a:solidFill>
                <a:schemeClr val="lt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Game.py</a:t>
            </a:r>
            <a:endParaRPr sz="1100">
              <a:solidFill>
                <a:schemeClr val="lt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AI.py</a:t>
            </a:r>
            <a:endParaRPr sz="1100">
              <a:solidFill>
                <a:schemeClr val="lt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Piece.py</a:t>
            </a:r>
            <a:endParaRPr sz="1100">
              <a:solidFill>
                <a:schemeClr val="lt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Menu.py</a:t>
            </a: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390" name="Google Shape;390;p34"/>
          <p:cNvGrpSpPr/>
          <p:nvPr/>
        </p:nvGrpSpPr>
        <p:grpSpPr>
          <a:xfrm>
            <a:off x="5673099" y="1739783"/>
            <a:ext cx="2750902" cy="2277618"/>
            <a:chOff x="5673099" y="1739783"/>
            <a:chExt cx="2750902" cy="2277618"/>
          </a:xfrm>
        </p:grpSpPr>
        <p:sp>
          <p:nvSpPr>
            <p:cNvPr id="391" name="Google Shape;391;p34"/>
            <p:cNvSpPr/>
            <p:nvPr/>
          </p:nvSpPr>
          <p:spPr>
            <a:xfrm>
              <a:off x="56730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62514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68298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74082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79866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56730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62514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68298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4082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9866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56730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62514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4"/>
            <p:cNvSpPr/>
            <p:nvPr/>
          </p:nvSpPr>
          <p:spPr>
            <a:xfrm>
              <a:off x="68298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4"/>
            <p:cNvSpPr/>
            <p:nvPr/>
          </p:nvSpPr>
          <p:spPr>
            <a:xfrm>
              <a:off x="74082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4"/>
            <p:cNvSpPr/>
            <p:nvPr/>
          </p:nvSpPr>
          <p:spPr>
            <a:xfrm>
              <a:off x="79866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"/>
          <p:cNvSpPr txBox="1">
            <a:spLocks noGrp="1"/>
          </p:cNvSpPr>
          <p:nvPr>
            <p:ph type="title" idx="2"/>
          </p:nvPr>
        </p:nvSpPr>
        <p:spPr>
          <a:xfrm>
            <a:off x="3638025" y="-770225"/>
            <a:ext cx="50457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UML DIAGRAMS</a:t>
            </a:r>
            <a:endParaRPr sz="6000"/>
          </a:p>
        </p:txBody>
      </p:sp>
      <p:pic>
        <p:nvPicPr>
          <p:cNvPr id="411" name="Google Shape;411;p35"/>
          <p:cNvPicPr preferRelativeResize="0"/>
          <p:nvPr/>
        </p:nvPicPr>
        <p:blipFill rotWithShape="1">
          <a:blip r:embed="rId3">
            <a:alphaModFix/>
          </a:blip>
          <a:srcRect r="68429" b="45673"/>
          <a:stretch/>
        </p:blipFill>
        <p:spPr>
          <a:xfrm>
            <a:off x="4952650" y="1051750"/>
            <a:ext cx="3142100" cy="360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&amp; RELIABILITY</a:t>
            </a:r>
            <a:endParaRPr/>
          </a:p>
        </p:txBody>
      </p:sp>
      <p:sp>
        <p:nvSpPr>
          <p:cNvPr id="417" name="Google Shape;417;p36"/>
          <p:cNvSpPr txBox="1">
            <a:spLocks noGrp="1"/>
          </p:cNvSpPr>
          <p:nvPr>
            <p:ph type="subTitle" idx="1"/>
          </p:nvPr>
        </p:nvSpPr>
        <p:spPr>
          <a:xfrm>
            <a:off x="719998" y="3995550"/>
            <a:ext cx="31131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Illegal moves rejected  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Board state always validated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Check/checkmate detection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36"/>
          <p:cNvSpPr txBox="1">
            <a:spLocks noGrp="1"/>
          </p:cNvSpPr>
          <p:nvPr>
            <p:ph type="subTitle" idx="2"/>
          </p:nvPr>
        </p:nvSpPr>
        <p:spPr>
          <a:xfrm>
            <a:off x="720006" y="3615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</a:t>
            </a:r>
            <a:endParaRPr/>
          </a:p>
        </p:txBody>
      </p:sp>
      <p:sp>
        <p:nvSpPr>
          <p:cNvPr id="419" name="Google Shape;419;p36"/>
          <p:cNvSpPr txBox="1">
            <a:spLocks noGrp="1"/>
          </p:cNvSpPr>
          <p:nvPr>
            <p:ph type="subTitle" idx="5"/>
          </p:nvPr>
        </p:nvSpPr>
        <p:spPr>
          <a:xfrm>
            <a:off x="5015398" y="4000428"/>
            <a:ext cx="25698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Modular classes 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Commented code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GitHub version control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6"/>
          <p:cNvSpPr txBox="1">
            <a:spLocks noGrp="1"/>
          </p:cNvSpPr>
          <p:nvPr>
            <p:ph type="subTitle" idx="6"/>
          </p:nvPr>
        </p:nvSpPr>
        <p:spPr>
          <a:xfrm>
            <a:off x="5217500" y="3620203"/>
            <a:ext cx="2688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MAINTAINABILITY</a:t>
            </a:r>
            <a:endParaRPr/>
          </a:p>
        </p:txBody>
      </p:sp>
      <p:sp>
        <p:nvSpPr>
          <p:cNvPr id="421" name="Google Shape;421;p36"/>
          <p:cNvSpPr txBox="1">
            <a:spLocks noGrp="1"/>
          </p:cNvSpPr>
          <p:nvPr>
            <p:ph type="subTitle" idx="7"/>
          </p:nvPr>
        </p:nvSpPr>
        <p:spPr>
          <a:xfrm>
            <a:off x="458100" y="2167850"/>
            <a:ext cx="3375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Only legal moves accepted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Prevents invalid board positions </a:t>
            </a:r>
            <a:endParaRPr/>
          </a:p>
        </p:txBody>
      </p:sp>
      <p:sp>
        <p:nvSpPr>
          <p:cNvPr id="422" name="Google Shape;422;p36"/>
          <p:cNvSpPr txBox="1">
            <a:spLocks noGrp="1"/>
          </p:cNvSpPr>
          <p:nvPr>
            <p:ph type="subTitle" idx="8"/>
          </p:nvPr>
        </p:nvSpPr>
        <p:spPr>
          <a:xfrm>
            <a:off x="407575" y="1787625"/>
            <a:ext cx="31728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VALIDATION</a:t>
            </a:r>
            <a:endParaRPr/>
          </a:p>
        </p:txBody>
      </p:sp>
      <p:sp>
        <p:nvSpPr>
          <p:cNvPr id="423" name="Google Shape;423;p36"/>
          <p:cNvSpPr txBox="1">
            <a:spLocks noGrp="1"/>
          </p:cNvSpPr>
          <p:nvPr>
            <p:ph type="subTitle" idx="14"/>
          </p:nvPr>
        </p:nvSpPr>
        <p:spPr>
          <a:xfrm>
            <a:off x="5025505" y="2201213"/>
            <a:ext cx="34635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Prevents crashes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Handles unexpected user actions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6"/>
          <p:cNvSpPr txBox="1">
            <a:spLocks noGrp="1"/>
          </p:cNvSpPr>
          <p:nvPr>
            <p:ph type="subTitle" idx="15"/>
          </p:nvPr>
        </p:nvSpPr>
        <p:spPr>
          <a:xfrm>
            <a:off x="5015405" y="1820988"/>
            <a:ext cx="35772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HANDLING</a:t>
            </a:r>
            <a:endParaRPr/>
          </a:p>
        </p:txBody>
      </p:sp>
      <p:sp>
        <p:nvSpPr>
          <p:cNvPr id="425" name="Google Shape;425;p36"/>
          <p:cNvSpPr/>
          <p:nvPr/>
        </p:nvSpPr>
        <p:spPr>
          <a:xfrm>
            <a:off x="1637706" y="1182275"/>
            <a:ext cx="534600" cy="534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6"/>
          <p:cNvSpPr/>
          <p:nvPr/>
        </p:nvSpPr>
        <p:spPr>
          <a:xfrm>
            <a:off x="6587611" y="1215638"/>
            <a:ext cx="534600" cy="534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6"/>
          <p:cNvSpPr/>
          <p:nvPr/>
        </p:nvSpPr>
        <p:spPr>
          <a:xfrm>
            <a:off x="1637706" y="3018968"/>
            <a:ext cx="534600" cy="53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6"/>
          <p:cNvSpPr/>
          <p:nvPr/>
        </p:nvSpPr>
        <p:spPr>
          <a:xfrm>
            <a:off x="6582782" y="3021346"/>
            <a:ext cx="534600" cy="53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9" name="Google Shape;429;p36"/>
          <p:cNvGrpSpPr/>
          <p:nvPr/>
        </p:nvGrpSpPr>
        <p:grpSpPr>
          <a:xfrm>
            <a:off x="6716620" y="1344675"/>
            <a:ext cx="276583" cy="276526"/>
            <a:chOff x="3666606" y="1586023"/>
            <a:chExt cx="309412" cy="309348"/>
          </a:xfrm>
        </p:grpSpPr>
        <p:sp>
          <p:nvSpPr>
            <p:cNvPr id="430" name="Google Shape;430;p36"/>
            <p:cNvSpPr/>
            <p:nvPr/>
          </p:nvSpPr>
          <p:spPr>
            <a:xfrm>
              <a:off x="3758779" y="1678163"/>
              <a:ext cx="125522" cy="125074"/>
            </a:xfrm>
            <a:custGeom>
              <a:avLst/>
              <a:gdLst/>
              <a:ahLst/>
              <a:cxnLst/>
              <a:rect l="l" t="t" r="r" b="b"/>
              <a:pathLst>
                <a:path w="3929" h="3915" extrusionOk="0">
                  <a:moveTo>
                    <a:pt x="1" y="0"/>
                  </a:moveTo>
                  <a:lnTo>
                    <a:pt x="1" y="3915"/>
                  </a:lnTo>
                  <a:lnTo>
                    <a:pt x="3928" y="3915"/>
                  </a:lnTo>
                  <a:lnTo>
                    <a:pt x="39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3666606" y="1586023"/>
              <a:ext cx="309412" cy="309348"/>
            </a:xfrm>
            <a:custGeom>
              <a:avLst/>
              <a:gdLst/>
              <a:ahLst/>
              <a:cxnLst/>
              <a:rect l="l" t="t" r="r" b="b"/>
              <a:pathLst>
                <a:path w="9685" h="9683" extrusionOk="0">
                  <a:moveTo>
                    <a:pt x="7192" y="1598"/>
                  </a:moveTo>
                  <a:cubicBezTo>
                    <a:pt x="7693" y="1598"/>
                    <a:pt x="8086" y="2004"/>
                    <a:pt x="8086" y="2492"/>
                  </a:cubicBezTo>
                  <a:lnTo>
                    <a:pt x="8086" y="7178"/>
                  </a:lnTo>
                  <a:cubicBezTo>
                    <a:pt x="8086" y="7678"/>
                    <a:pt x="7693" y="8085"/>
                    <a:pt x="7192" y="8085"/>
                  </a:cubicBezTo>
                  <a:lnTo>
                    <a:pt x="2506" y="8085"/>
                  </a:lnTo>
                  <a:cubicBezTo>
                    <a:pt x="2005" y="8085"/>
                    <a:pt x="1599" y="7678"/>
                    <a:pt x="1599" y="7178"/>
                  </a:cubicBezTo>
                  <a:lnTo>
                    <a:pt x="1599" y="2492"/>
                  </a:lnTo>
                  <a:cubicBezTo>
                    <a:pt x="1599" y="2004"/>
                    <a:pt x="2005" y="1598"/>
                    <a:pt x="2506" y="1598"/>
                  </a:cubicBezTo>
                  <a:close/>
                  <a:moveTo>
                    <a:pt x="2574" y="0"/>
                  </a:moveTo>
                  <a:cubicBezTo>
                    <a:pt x="1165" y="0"/>
                    <a:pt x="0" y="1151"/>
                    <a:pt x="0" y="2573"/>
                  </a:cubicBezTo>
                  <a:lnTo>
                    <a:pt x="0" y="7110"/>
                  </a:lnTo>
                  <a:cubicBezTo>
                    <a:pt x="0" y="8532"/>
                    <a:pt x="1165" y="9683"/>
                    <a:pt x="2574" y="9683"/>
                  </a:cubicBezTo>
                  <a:lnTo>
                    <a:pt x="7111" y="9683"/>
                  </a:lnTo>
                  <a:cubicBezTo>
                    <a:pt x="8532" y="9683"/>
                    <a:pt x="9684" y="8532"/>
                    <a:pt x="9684" y="7110"/>
                  </a:cubicBezTo>
                  <a:lnTo>
                    <a:pt x="9684" y="2573"/>
                  </a:lnTo>
                  <a:cubicBezTo>
                    <a:pt x="9684" y="1151"/>
                    <a:pt x="8532" y="0"/>
                    <a:pt x="7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" name="Google Shape;432;p36"/>
          <p:cNvGrpSpPr/>
          <p:nvPr/>
        </p:nvGrpSpPr>
        <p:grpSpPr>
          <a:xfrm>
            <a:off x="6729011" y="3138571"/>
            <a:ext cx="242142" cy="300151"/>
            <a:chOff x="3686095" y="2110428"/>
            <a:chExt cx="270883" cy="335777"/>
          </a:xfrm>
        </p:grpSpPr>
        <p:sp>
          <p:nvSpPr>
            <p:cNvPr id="433" name="Google Shape;433;p36"/>
            <p:cNvSpPr/>
            <p:nvPr/>
          </p:nvSpPr>
          <p:spPr>
            <a:xfrm>
              <a:off x="3723731" y="2350522"/>
              <a:ext cx="197755" cy="95683"/>
            </a:xfrm>
            <a:custGeom>
              <a:avLst/>
              <a:gdLst/>
              <a:ahLst/>
              <a:cxnLst/>
              <a:rect l="l" t="t" r="r" b="b"/>
              <a:pathLst>
                <a:path w="6190" h="2995" extrusionOk="0">
                  <a:moveTo>
                    <a:pt x="4794" y="840"/>
                  </a:moveTo>
                  <a:cubicBezTo>
                    <a:pt x="5160" y="840"/>
                    <a:pt x="5458" y="1138"/>
                    <a:pt x="5458" y="1504"/>
                  </a:cubicBezTo>
                  <a:cubicBezTo>
                    <a:pt x="5458" y="1870"/>
                    <a:pt x="5160" y="2168"/>
                    <a:pt x="4794" y="2168"/>
                  </a:cubicBezTo>
                  <a:cubicBezTo>
                    <a:pt x="4429" y="2168"/>
                    <a:pt x="4131" y="1870"/>
                    <a:pt x="4131" y="1504"/>
                  </a:cubicBezTo>
                  <a:cubicBezTo>
                    <a:pt x="4131" y="1138"/>
                    <a:pt x="4429" y="840"/>
                    <a:pt x="4794" y="840"/>
                  </a:cubicBezTo>
                  <a:close/>
                  <a:moveTo>
                    <a:pt x="1423" y="813"/>
                  </a:moveTo>
                  <a:cubicBezTo>
                    <a:pt x="1558" y="813"/>
                    <a:pt x="1666" y="922"/>
                    <a:pt x="1666" y="1071"/>
                  </a:cubicBezTo>
                  <a:lnTo>
                    <a:pt x="1666" y="1247"/>
                  </a:lnTo>
                  <a:lnTo>
                    <a:pt x="1856" y="1247"/>
                  </a:lnTo>
                  <a:cubicBezTo>
                    <a:pt x="1991" y="1247"/>
                    <a:pt x="2100" y="1355"/>
                    <a:pt x="2100" y="1504"/>
                  </a:cubicBezTo>
                  <a:cubicBezTo>
                    <a:pt x="2100" y="1640"/>
                    <a:pt x="1991" y="1748"/>
                    <a:pt x="1856" y="1748"/>
                  </a:cubicBezTo>
                  <a:lnTo>
                    <a:pt x="1666" y="1748"/>
                  </a:lnTo>
                  <a:lnTo>
                    <a:pt x="1666" y="1938"/>
                  </a:lnTo>
                  <a:cubicBezTo>
                    <a:pt x="1666" y="2073"/>
                    <a:pt x="1558" y="2182"/>
                    <a:pt x="1423" y="2182"/>
                  </a:cubicBezTo>
                  <a:cubicBezTo>
                    <a:pt x="1287" y="2182"/>
                    <a:pt x="1165" y="2073"/>
                    <a:pt x="1165" y="1938"/>
                  </a:cubicBezTo>
                  <a:lnTo>
                    <a:pt x="1165" y="1748"/>
                  </a:lnTo>
                  <a:lnTo>
                    <a:pt x="989" y="1748"/>
                  </a:lnTo>
                  <a:cubicBezTo>
                    <a:pt x="854" y="1748"/>
                    <a:pt x="731" y="1640"/>
                    <a:pt x="731" y="1504"/>
                  </a:cubicBezTo>
                  <a:cubicBezTo>
                    <a:pt x="731" y="1355"/>
                    <a:pt x="854" y="1247"/>
                    <a:pt x="989" y="1247"/>
                  </a:cubicBezTo>
                  <a:lnTo>
                    <a:pt x="1165" y="1247"/>
                  </a:lnTo>
                  <a:lnTo>
                    <a:pt x="1165" y="1071"/>
                  </a:lnTo>
                  <a:cubicBezTo>
                    <a:pt x="1165" y="922"/>
                    <a:pt x="1287" y="813"/>
                    <a:pt x="1423" y="813"/>
                  </a:cubicBezTo>
                  <a:close/>
                  <a:moveTo>
                    <a:pt x="1368" y="1"/>
                  </a:moveTo>
                  <a:cubicBezTo>
                    <a:pt x="596" y="69"/>
                    <a:pt x="0" y="719"/>
                    <a:pt x="0" y="1504"/>
                  </a:cubicBezTo>
                  <a:cubicBezTo>
                    <a:pt x="0" y="2330"/>
                    <a:pt x="664" y="2994"/>
                    <a:pt x="1490" y="2994"/>
                  </a:cubicBezTo>
                  <a:cubicBezTo>
                    <a:pt x="2113" y="2994"/>
                    <a:pt x="2654" y="2615"/>
                    <a:pt x="2871" y="2073"/>
                  </a:cubicBezTo>
                  <a:lnTo>
                    <a:pt x="3305" y="2073"/>
                  </a:lnTo>
                  <a:cubicBezTo>
                    <a:pt x="3535" y="2615"/>
                    <a:pt x="4063" y="2994"/>
                    <a:pt x="4686" y="2994"/>
                  </a:cubicBezTo>
                  <a:cubicBezTo>
                    <a:pt x="5513" y="2994"/>
                    <a:pt x="6190" y="2330"/>
                    <a:pt x="6190" y="1504"/>
                  </a:cubicBezTo>
                  <a:cubicBezTo>
                    <a:pt x="6190" y="719"/>
                    <a:pt x="5580" y="69"/>
                    <a:pt x="48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3686095" y="2110428"/>
              <a:ext cx="270883" cy="225869"/>
            </a:xfrm>
            <a:custGeom>
              <a:avLst/>
              <a:gdLst/>
              <a:ahLst/>
              <a:cxnLst/>
              <a:rect l="l" t="t" r="r" b="b"/>
              <a:pathLst>
                <a:path w="8479" h="7070" extrusionOk="0">
                  <a:moveTo>
                    <a:pt x="4239" y="0"/>
                  </a:moveTo>
                  <a:cubicBezTo>
                    <a:pt x="3426" y="0"/>
                    <a:pt x="2682" y="257"/>
                    <a:pt x="2140" y="717"/>
                  </a:cubicBezTo>
                  <a:cubicBezTo>
                    <a:pt x="1598" y="1192"/>
                    <a:pt x="1286" y="1855"/>
                    <a:pt x="1246" y="2586"/>
                  </a:cubicBezTo>
                  <a:lnTo>
                    <a:pt x="1232" y="2586"/>
                  </a:lnTo>
                  <a:cubicBezTo>
                    <a:pt x="555" y="2586"/>
                    <a:pt x="0" y="3142"/>
                    <a:pt x="0" y="3832"/>
                  </a:cubicBezTo>
                  <a:lnTo>
                    <a:pt x="0" y="4482"/>
                  </a:lnTo>
                  <a:cubicBezTo>
                    <a:pt x="0" y="5159"/>
                    <a:pt x="555" y="5715"/>
                    <a:pt x="1232" y="5715"/>
                  </a:cubicBezTo>
                  <a:cubicBezTo>
                    <a:pt x="1382" y="5715"/>
                    <a:pt x="1517" y="5701"/>
                    <a:pt x="1639" y="5647"/>
                  </a:cubicBezTo>
                  <a:cubicBezTo>
                    <a:pt x="1693" y="5661"/>
                    <a:pt x="1747" y="5674"/>
                    <a:pt x="1801" y="5674"/>
                  </a:cubicBezTo>
                  <a:cubicBezTo>
                    <a:pt x="2221" y="5674"/>
                    <a:pt x="2546" y="5336"/>
                    <a:pt x="2546" y="4915"/>
                  </a:cubicBezTo>
                  <a:lnTo>
                    <a:pt x="2546" y="3332"/>
                  </a:lnTo>
                  <a:cubicBezTo>
                    <a:pt x="2546" y="2992"/>
                    <a:pt x="2330" y="2709"/>
                    <a:pt x="2018" y="2613"/>
                  </a:cubicBezTo>
                  <a:cubicBezTo>
                    <a:pt x="2086" y="1340"/>
                    <a:pt x="3169" y="758"/>
                    <a:pt x="4239" y="758"/>
                  </a:cubicBezTo>
                  <a:cubicBezTo>
                    <a:pt x="5309" y="758"/>
                    <a:pt x="6406" y="1340"/>
                    <a:pt x="6460" y="2627"/>
                  </a:cubicBezTo>
                  <a:cubicBezTo>
                    <a:pt x="6162" y="2722"/>
                    <a:pt x="5932" y="3006"/>
                    <a:pt x="5932" y="3345"/>
                  </a:cubicBezTo>
                  <a:lnTo>
                    <a:pt x="5932" y="4930"/>
                  </a:lnTo>
                  <a:cubicBezTo>
                    <a:pt x="5932" y="5078"/>
                    <a:pt x="5972" y="5213"/>
                    <a:pt x="6053" y="5336"/>
                  </a:cubicBezTo>
                  <a:cubicBezTo>
                    <a:pt x="5824" y="5498"/>
                    <a:pt x="5485" y="5620"/>
                    <a:pt x="4997" y="5674"/>
                  </a:cubicBezTo>
                  <a:cubicBezTo>
                    <a:pt x="4835" y="5349"/>
                    <a:pt x="4510" y="5119"/>
                    <a:pt x="4117" y="5119"/>
                  </a:cubicBezTo>
                  <a:cubicBezTo>
                    <a:pt x="3589" y="5119"/>
                    <a:pt x="3155" y="5566"/>
                    <a:pt x="3155" y="6094"/>
                  </a:cubicBezTo>
                  <a:cubicBezTo>
                    <a:pt x="3155" y="6636"/>
                    <a:pt x="3589" y="7069"/>
                    <a:pt x="4117" y="7069"/>
                  </a:cubicBezTo>
                  <a:cubicBezTo>
                    <a:pt x="4537" y="7069"/>
                    <a:pt x="4889" y="6811"/>
                    <a:pt x="5024" y="6446"/>
                  </a:cubicBezTo>
                  <a:cubicBezTo>
                    <a:pt x="5580" y="6392"/>
                    <a:pt x="6013" y="6257"/>
                    <a:pt x="6366" y="6053"/>
                  </a:cubicBezTo>
                  <a:cubicBezTo>
                    <a:pt x="6541" y="5945"/>
                    <a:pt x="6704" y="5809"/>
                    <a:pt x="6839" y="5661"/>
                  </a:cubicBezTo>
                  <a:cubicBezTo>
                    <a:pt x="6880" y="5661"/>
                    <a:pt x="6907" y="5647"/>
                    <a:pt x="6947" y="5634"/>
                  </a:cubicBezTo>
                  <a:cubicBezTo>
                    <a:pt x="7043" y="5661"/>
                    <a:pt x="7137" y="5661"/>
                    <a:pt x="7232" y="5661"/>
                  </a:cubicBezTo>
                  <a:cubicBezTo>
                    <a:pt x="7922" y="5661"/>
                    <a:pt x="8478" y="5119"/>
                    <a:pt x="8478" y="4428"/>
                  </a:cubicBezTo>
                  <a:lnTo>
                    <a:pt x="8478" y="3778"/>
                  </a:lnTo>
                  <a:cubicBezTo>
                    <a:pt x="8478" y="3088"/>
                    <a:pt x="7922" y="2532"/>
                    <a:pt x="7232" y="2532"/>
                  </a:cubicBezTo>
                  <a:cubicBezTo>
                    <a:pt x="7178" y="1815"/>
                    <a:pt x="6866" y="1178"/>
                    <a:pt x="6338" y="717"/>
                  </a:cubicBezTo>
                  <a:cubicBezTo>
                    <a:pt x="5797" y="257"/>
                    <a:pt x="5051" y="0"/>
                    <a:pt x="4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5" name="Google Shape;435;p36"/>
          <p:cNvSpPr/>
          <p:nvPr/>
        </p:nvSpPr>
        <p:spPr>
          <a:xfrm>
            <a:off x="1728620" y="1331022"/>
            <a:ext cx="352773" cy="237105"/>
          </a:xfrm>
          <a:custGeom>
            <a:avLst/>
            <a:gdLst/>
            <a:ahLst/>
            <a:cxnLst/>
            <a:rect l="l" t="t" r="r" b="b"/>
            <a:pathLst>
              <a:path w="12352" h="8302" extrusionOk="0">
                <a:moveTo>
                  <a:pt x="2275" y="4578"/>
                </a:moveTo>
                <a:cubicBezTo>
                  <a:pt x="2411" y="4578"/>
                  <a:pt x="2519" y="4632"/>
                  <a:pt x="2615" y="4727"/>
                </a:cubicBezTo>
                <a:cubicBezTo>
                  <a:pt x="2790" y="4903"/>
                  <a:pt x="2790" y="5201"/>
                  <a:pt x="2615" y="5377"/>
                </a:cubicBezTo>
                <a:cubicBezTo>
                  <a:pt x="2519" y="5472"/>
                  <a:pt x="2411" y="5512"/>
                  <a:pt x="2275" y="5512"/>
                </a:cubicBezTo>
                <a:cubicBezTo>
                  <a:pt x="2154" y="5512"/>
                  <a:pt x="2046" y="5472"/>
                  <a:pt x="1950" y="5377"/>
                </a:cubicBezTo>
                <a:cubicBezTo>
                  <a:pt x="1775" y="5201"/>
                  <a:pt x="1775" y="4903"/>
                  <a:pt x="1950" y="4727"/>
                </a:cubicBezTo>
                <a:cubicBezTo>
                  <a:pt x="2046" y="4632"/>
                  <a:pt x="2154" y="4578"/>
                  <a:pt x="2275" y="4578"/>
                </a:cubicBezTo>
                <a:close/>
                <a:moveTo>
                  <a:pt x="1314" y="5553"/>
                </a:moveTo>
                <a:cubicBezTo>
                  <a:pt x="1436" y="5553"/>
                  <a:pt x="1544" y="5607"/>
                  <a:pt x="1639" y="5689"/>
                </a:cubicBezTo>
                <a:cubicBezTo>
                  <a:pt x="1721" y="5783"/>
                  <a:pt x="1775" y="5891"/>
                  <a:pt x="1775" y="6027"/>
                </a:cubicBezTo>
                <a:cubicBezTo>
                  <a:pt x="1775" y="6149"/>
                  <a:pt x="1721" y="6270"/>
                  <a:pt x="1639" y="6352"/>
                </a:cubicBezTo>
                <a:cubicBezTo>
                  <a:pt x="1544" y="6447"/>
                  <a:pt x="1436" y="6487"/>
                  <a:pt x="1314" y="6487"/>
                </a:cubicBezTo>
                <a:cubicBezTo>
                  <a:pt x="1179" y="6487"/>
                  <a:pt x="1071" y="6447"/>
                  <a:pt x="975" y="6352"/>
                </a:cubicBezTo>
                <a:cubicBezTo>
                  <a:pt x="800" y="6176"/>
                  <a:pt x="800" y="5878"/>
                  <a:pt x="975" y="5689"/>
                </a:cubicBezTo>
                <a:cubicBezTo>
                  <a:pt x="1071" y="5607"/>
                  <a:pt x="1179" y="5553"/>
                  <a:pt x="1314" y="5553"/>
                </a:cubicBezTo>
                <a:close/>
                <a:moveTo>
                  <a:pt x="3251" y="5553"/>
                </a:moveTo>
                <a:cubicBezTo>
                  <a:pt x="3373" y="5553"/>
                  <a:pt x="3494" y="5593"/>
                  <a:pt x="3576" y="5689"/>
                </a:cubicBezTo>
                <a:cubicBezTo>
                  <a:pt x="3765" y="5864"/>
                  <a:pt x="3765" y="6162"/>
                  <a:pt x="3576" y="6352"/>
                </a:cubicBezTo>
                <a:cubicBezTo>
                  <a:pt x="3494" y="6433"/>
                  <a:pt x="3373" y="6487"/>
                  <a:pt x="3251" y="6487"/>
                </a:cubicBezTo>
                <a:cubicBezTo>
                  <a:pt x="3129" y="6487"/>
                  <a:pt x="3007" y="6433"/>
                  <a:pt x="2913" y="6352"/>
                </a:cubicBezTo>
                <a:cubicBezTo>
                  <a:pt x="2831" y="6257"/>
                  <a:pt x="2777" y="6135"/>
                  <a:pt x="2777" y="6014"/>
                </a:cubicBezTo>
                <a:cubicBezTo>
                  <a:pt x="2777" y="5891"/>
                  <a:pt x="2831" y="5770"/>
                  <a:pt x="2913" y="5689"/>
                </a:cubicBezTo>
                <a:cubicBezTo>
                  <a:pt x="3007" y="5593"/>
                  <a:pt x="3129" y="5553"/>
                  <a:pt x="3251" y="5553"/>
                </a:cubicBezTo>
                <a:close/>
                <a:moveTo>
                  <a:pt x="10076" y="4984"/>
                </a:moveTo>
                <a:cubicBezTo>
                  <a:pt x="10645" y="4984"/>
                  <a:pt x="11105" y="5445"/>
                  <a:pt x="11105" y="6014"/>
                </a:cubicBezTo>
                <a:cubicBezTo>
                  <a:pt x="11105" y="6595"/>
                  <a:pt x="10645" y="7056"/>
                  <a:pt x="10076" y="7056"/>
                </a:cubicBezTo>
                <a:cubicBezTo>
                  <a:pt x="9494" y="7056"/>
                  <a:pt x="9034" y="6595"/>
                  <a:pt x="9034" y="6014"/>
                </a:cubicBezTo>
                <a:cubicBezTo>
                  <a:pt x="9034" y="5445"/>
                  <a:pt x="9494" y="4984"/>
                  <a:pt x="10076" y="4984"/>
                </a:cubicBezTo>
                <a:close/>
                <a:moveTo>
                  <a:pt x="2275" y="6528"/>
                </a:moveTo>
                <a:cubicBezTo>
                  <a:pt x="2398" y="6528"/>
                  <a:pt x="2519" y="6568"/>
                  <a:pt x="2600" y="6664"/>
                </a:cubicBezTo>
                <a:cubicBezTo>
                  <a:pt x="2790" y="6839"/>
                  <a:pt x="2790" y="7137"/>
                  <a:pt x="2600" y="7314"/>
                </a:cubicBezTo>
                <a:cubicBezTo>
                  <a:pt x="2519" y="7408"/>
                  <a:pt x="2398" y="7449"/>
                  <a:pt x="2275" y="7449"/>
                </a:cubicBezTo>
                <a:cubicBezTo>
                  <a:pt x="2154" y="7449"/>
                  <a:pt x="2032" y="7408"/>
                  <a:pt x="1950" y="7314"/>
                </a:cubicBezTo>
                <a:cubicBezTo>
                  <a:pt x="1761" y="7137"/>
                  <a:pt x="1761" y="6839"/>
                  <a:pt x="1950" y="6664"/>
                </a:cubicBezTo>
                <a:cubicBezTo>
                  <a:pt x="2032" y="6568"/>
                  <a:pt x="2154" y="6528"/>
                  <a:pt x="2275" y="6528"/>
                </a:cubicBezTo>
                <a:close/>
                <a:moveTo>
                  <a:pt x="7611" y="1"/>
                </a:moveTo>
                <a:cubicBezTo>
                  <a:pt x="7368" y="14"/>
                  <a:pt x="7178" y="230"/>
                  <a:pt x="7178" y="474"/>
                </a:cubicBezTo>
                <a:lnTo>
                  <a:pt x="7205" y="976"/>
                </a:lnTo>
                <a:lnTo>
                  <a:pt x="6528" y="976"/>
                </a:lnTo>
                <a:cubicBezTo>
                  <a:pt x="6067" y="976"/>
                  <a:pt x="5702" y="1355"/>
                  <a:pt x="5702" y="1801"/>
                </a:cubicBezTo>
                <a:lnTo>
                  <a:pt x="5702" y="3751"/>
                </a:lnTo>
                <a:lnTo>
                  <a:pt x="4253" y="3751"/>
                </a:lnTo>
                <a:cubicBezTo>
                  <a:pt x="4158" y="3413"/>
                  <a:pt x="3861" y="3156"/>
                  <a:pt x="3481" y="3156"/>
                </a:cubicBezTo>
                <a:lnTo>
                  <a:pt x="2967" y="3156"/>
                </a:lnTo>
                <a:cubicBezTo>
                  <a:pt x="2600" y="3156"/>
                  <a:pt x="2290" y="3399"/>
                  <a:pt x="2194" y="3738"/>
                </a:cubicBezTo>
                <a:cubicBezTo>
                  <a:pt x="975" y="3779"/>
                  <a:pt x="0" y="4781"/>
                  <a:pt x="0" y="6014"/>
                </a:cubicBezTo>
                <a:cubicBezTo>
                  <a:pt x="0" y="7273"/>
                  <a:pt x="1017" y="8302"/>
                  <a:pt x="2275" y="8302"/>
                </a:cubicBezTo>
                <a:cubicBezTo>
                  <a:pt x="3169" y="8302"/>
                  <a:pt x="3942" y="7787"/>
                  <a:pt x="4321" y="7043"/>
                </a:cubicBezTo>
                <a:lnTo>
                  <a:pt x="8032" y="7043"/>
                </a:lnTo>
                <a:cubicBezTo>
                  <a:pt x="8411" y="7787"/>
                  <a:pt x="9182" y="8302"/>
                  <a:pt x="10076" y="8302"/>
                </a:cubicBezTo>
                <a:cubicBezTo>
                  <a:pt x="11322" y="8302"/>
                  <a:pt x="12351" y="7273"/>
                  <a:pt x="12351" y="6014"/>
                </a:cubicBezTo>
                <a:cubicBezTo>
                  <a:pt x="12351" y="4781"/>
                  <a:pt x="11363" y="3779"/>
                  <a:pt x="10144" y="3738"/>
                </a:cubicBezTo>
                <a:cubicBezTo>
                  <a:pt x="10049" y="3399"/>
                  <a:pt x="9751" y="3156"/>
                  <a:pt x="9386" y="3156"/>
                </a:cubicBezTo>
                <a:lnTo>
                  <a:pt x="8857" y="3156"/>
                </a:lnTo>
                <a:cubicBezTo>
                  <a:pt x="8492" y="3156"/>
                  <a:pt x="8180" y="3413"/>
                  <a:pt x="8099" y="3751"/>
                </a:cubicBezTo>
                <a:lnTo>
                  <a:pt x="6596" y="3751"/>
                </a:lnTo>
                <a:lnTo>
                  <a:pt x="6596" y="1870"/>
                </a:lnTo>
                <a:lnTo>
                  <a:pt x="7286" y="1870"/>
                </a:lnTo>
                <a:cubicBezTo>
                  <a:pt x="7503" y="1870"/>
                  <a:pt x="7720" y="1788"/>
                  <a:pt x="7869" y="1626"/>
                </a:cubicBezTo>
                <a:cubicBezTo>
                  <a:pt x="8032" y="1463"/>
                  <a:pt x="8113" y="1247"/>
                  <a:pt x="8099" y="1016"/>
                </a:cubicBezTo>
                <a:lnTo>
                  <a:pt x="8072" y="434"/>
                </a:lnTo>
                <a:cubicBezTo>
                  <a:pt x="8072" y="190"/>
                  <a:pt x="7855" y="1"/>
                  <a:pt x="761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36"/>
          <p:cNvSpPr/>
          <p:nvPr/>
        </p:nvSpPr>
        <p:spPr>
          <a:xfrm>
            <a:off x="1735960" y="3141412"/>
            <a:ext cx="338093" cy="289713"/>
          </a:xfrm>
          <a:custGeom>
            <a:avLst/>
            <a:gdLst/>
            <a:ahLst/>
            <a:cxnLst/>
            <a:rect l="l" t="t" r="r" b="b"/>
            <a:pathLst>
              <a:path w="11838" h="10144" extrusionOk="0">
                <a:moveTo>
                  <a:pt x="4660" y="4401"/>
                </a:moveTo>
                <a:cubicBezTo>
                  <a:pt x="5134" y="4401"/>
                  <a:pt x="5499" y="4767"/>
                  <a:pt x="5499" y="5241"/>
                </a:cubicBezTo>
                <a:cubicBezTo>
                  <a:pt x="5499" y="5701"/>
                  <a:pt x="5134" y="6080"/>
                  <a:pt x="4660" y="6080"/>
                </a:cubicBezTo>
                <a:cubicBezTo>
                  <a:pt x="4199" y="6080"/>
                  <a:pt x="3834" y="5701"/>
                  <a:pt x="3834" y="5241"/>
                </a:cubicBezTo>
                <a:cubicBezTo>
                  <a:pt x="3834" y="4767"/>
                  <a:pt x="4199" y="4401"/>
                  <a:pt x="4660" y="4401"/>
                </a:cubicBezTo>
                <a:close/>
                <a:moveTo>
                  <a:pt x="7178" y="4401"/>
                </a:moveTo>
                <a:cubicBezTo>
                  <a:pt x="7639" y="4401"/>
                  <a:pt x="8018" y="4767"/>
                  <a:pt x="8018" y="5241"/>
                </a:cubicBezTo>
                <a:cubicBezTo>
                  <a:pt x="8018" y="5701"/>
                  <a:pt x="7639" y="6080"/>
                  <a:pt x="7178" y="6080"/>
                </a:cubicBezTo>
                <a:cubicBezTo>
                  <a:pt x="6718" y="6080"/>
                  <a:pt x="6339" y="5701"/>
                  <a:pt x="6339" y="5241"/>
                </a:cubicBezTo>
                <a:cubicBezTo>
                  <a:pt x="6339" y="4767"/>
                  <a:pt x="6718" y="4401"/>
                  <a:pt x="7178" y="4401"/>
                </a:cubicBezTo>
                <a:close/>
                <a:moveTo>
                  <a:pt x="6962" y="7137"/>
                </a:moveTo>
                <a:cubicBezTo>
                  <a:pt x="7178" y="7137"/>
                  <a:pt x="7355" y="7313"/>
                  <a:pt x="7355" y="7530"/>
                </a:cubicBezTo>
                <a:cubicBezTo>
                  <a:pt x="7355" y="7747"/>
                  <a:pt x="7178" y="7922"/>
                  <a:pt x="6962" y="7922"/>
                </a:cubicBezTo>
                <a:lnTo>
                  <a:pt x="4876" y="7922"/>
                </a:lnTo>
                <a:cubicBezTo>
                  <a:pt x="4660" y="7922"/>
                  <a:pt x="4484" y="7747"/>
                  <a:pt x="4484" y="7530"/>
                </a:cubicBezTo>
                <a:cubicBezTo>
                  <a:pt x="4484" y="7313"/>
                  <a:pt x="4660" y="7137"/>
                  <a:pt x="4876" y="7137"/>
                </a:cubicBezTo>
                <a:close/>
                <a:moveTo>
                  <a:pt x="5920" y="0"/>
                </a:moveTo>
                <a:cubicBezTo>
                  <a:pt x="5269" y="0"/>
                  <a:pt x="4741" y="515"/>
                  <a:pt x="4741" y="1165"/>
                </a:cubicBezTo>
                <a:cubicBezTo>
                  <a:pt x="4741" y="1652"/>
                  <a:pt x="5039" y="2072"/>
                  <a:pt x="5472" y="2261"/>
                </a:cubicBezTo>
                <a:lnTo>
                  <a:pt x="5472" y="2749"/>
                </a:lnTo>
                <a:lnTo>
                  <a:pt x="3359" y="2749"/>
                </a:lnTo>
                <a:cubicBezTo>
                  <a:pt x="2940" y="2749"/>
                  <a:pt x="2601" y="3101"/>
                  <a:pt x="2601" y="3521"/>
                </a:cubicBezTo>
                <a:lnTo>
                  <a:pt x="2601" y="5132"/>
                </a:lnTo>
                <a:lnTo>
                  <a:pt x="2263" y="5132"/>
                </a:lnTo>
                <a:cubicBezTo>
                  <a:pt x="2086" y="4713"/>
                  <a:pt x="1667" y="4415"/>
                  <a:pt x="1180" y="4415"/>
                </a:cubicBezTo>
                <a:cubicBezTo>
                  <a:pt x="530" y="4415"/>
                  <a:pt x="1" y="4943"/>
                  <a:pt x="1" y="5593"/>
                </a:cubicBezTo>
                <a:cubicBezTo>
                  <a:pt x="1" y="6243"/>
                  <a:pt x="530" y="6771"/>
                  <a:pt x="1180" y="6771"/>
                </a:cubicBezTo>
                <a:cubicBezTo>
                  <a:pt x="1667" y="6771"/>
                  <a:pt x="2086" y="6473"/>
                  <a:pt x="2263" y="6040"/>
                </a:cubicBezTo>
                <a:lnTo>
                  <a:pt x="2601" y="6040"/>
                </a:lnTo>
                <a:lnTo>
                  <a:pt x="2601" y="8410"/>
                </a:lnTo>
                <a:cubicBezTo>
                  <a:pt x="2601" y="8830"/>
                  <a:pt x="2940" y="9168"/>
                  <a:pt x="3359" y="9168"/>
                </a:cubicBezTo>
                <a:lnTo>
                  <a:pt x="3753" y="9168"/>
                </a:lnTo>
                <a:lnTo>
                  <a:pt x="3753" y="9372"/>
                </a:lnTo>
                <a:cubicBezTo>
                  <a:pt x="3753" y="9791"/>
                  <a:pt x="4091" y="10143"/>
                  <a:pt x="4524" y="10143"/>
                </a:cubicBezTo>
                <a:lnTo>
                  <a:pt x="7328" y="10143"/>
                </a:lnTo>
                <a:cubicBezTo>
                  <a:pt x="7747" y="10143"/>
                  <a:pt x="8099" y="9791"/>
                  <a:pt x="8099" y="9372"/>
                </a:cubicBezTo>
                <a:lnTo>
                  <a:pt x="8099" y="9168"/>
                </a:lnTo>
                <a:lnTo>
                  <a:pt x="8479" y="9168"/>
                </a:lnTo>
                <a:cubicBezTo>
                  <a:pt x="8899" y="9168"/>
                  <a:pt x="9251" y="8830"/>
                  <a:pt x="9251" y="8410"/>
                </a:cubicBezTo>
                <a:lnTo>
                  <a:pt x="9251" y="6040"/>
                </a:lnTo>
                <a:lnTo>
                  <a:pt x="9576" y="6040"/>
                </a:lnTo>
                <a:cubicBezTo>
                  <a:pt x="9766" y="6473"/>
                  <a:pt x="10185" y="6771"/>
                  <a:pt x="10672" y="6771"/>
                </a:cubicBezTo>
                <a:cubicBezTo>
                  <a:pt x="11323" y="6771"/>
                  <a:pt x="11837" y="6243"/>
                  <a:pt x="11837" y="5593"/>
                </a:cubicBezTo>
                <a:cubicBezTo>
                  <a:pt x="11837" y="4943"/>
                  <a:pt x="11323" y="4415"/>
                  <a:pt x="10672" y="4415"/>
                </a:cubicBezTo>
                <a:cubicBezTo>
                  <a:pt x="10185" y="4415"/>
                  <a:pt x="9766" y="4713"/>
                  <a:pt x="9576" y="5132"/>
                </a:cubicBezTo>
                <a:lnTo>
                  <a:pt x="9251" y="5132"/>
                </a:lnTo>
                <a:lnTo>
                  <a:pt x="9251" y="3521"/>
                </a:lnTo>
                <a:cubicBezTo>
                  <a:pt x="9251" y="3101"/>
                  <a:pt x="8899" y="2749"/>
                  <a:pt x="8479" y="2749"/>
                </a:cubicBezTo>
                <a:lnTo>
                  <a:pt x="6380" y="2749"/>
                </a:lnTo>
                <a:lnTo>
                  <a:pt x="6380" y="2261"/>
                </a:lnTo>
                <a:cubicBezTo>
                  <a:pt x="6799" y="2072"/>
                  <a:pt x="7097" y="1652"/>
                  <a:pt x="7097" y="1165"/>
                </a:cubicBezTo>
                <a:cubicBezTo>
                  <a:pt x="7097" y="515"/>
                  <a:pt x="6570" y="0"/>
                  <a:pt x="59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7" name="Google Shape;437;p36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438" name="Google Shape;438;p36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7"/>
          <p:cNvSpPr txBox="1">
            <a:spLocks noGrp="1"/>
          </p:cNvSpPr>
          <p:nvPr>
            <p:ph type="title"/>
          </p:nvPr>
        </p:nvSpPr>
        <p:spPr>
          <a:xfrm>
            <a:off x="2014791" y="211800"/>
            <a:ext cx="5160600" cy="23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GITHUB EVIDENCE</a:t>
            </a:r>
            <a:endParaRPr sz="5000"/>
          </a:p>
        </p:txBody>
      </p:sp>
      <p:sp>
        <p:nvSpPr>
          <p:cNvPr id="445" name="Google Shape;445;p37"/>
          <p:cNvSpPr/>
          <p:nvPr/>
        </p:nvSpPr>
        <p:spPr>
          <a:xfrm rot="-5400000" flipH="1">
            <a:off x="7675014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7"/>
          <p:cNvSpPr/>
          <p:nvPr/>
        </p:nvSpPr>
        <p:spPr>
          <a:xfrm rot="5400000">
            <a:off x="209202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7"/>
          <p:cNvSpPr/>
          <p:nvPr/>
        </p:nvSpPr>
        <p:spPr>
          <a:xfrm>
            <a:off x="720001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7"/>
          <p:cNvSpPr/>
          <p:nvPr/>
        </p:nvSpPr>
        <p:spPr>
          <a:xfrm rot="10800000">
            <a:off x="7539176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7"/>
          <p:cNvSpPr/>
          <p:nvPr/>
        </p:nvSpPr>
        <p:spPr>
          <a:xfrm>
            <a:off x="38122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7"/>
          <p:cNvSpPr/>
          <p:nvPr/>
        </p:nvSpPr>
        <p:spPr>
          <a:xfrm>
            <a:off x="44824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37"/>
          <p:cNvSpPr/>
          <p:nvPr/>
        </p:nvSpPr>
        <p:spPr>
          <a:xfrm>
            <a:off x="51526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7"/>
          <p:cNvSpPr/>
          <p:nvPr/>
        </p:nvSpPr>
        <p:spPr>
          <a:xfrm>
            <a:off x="38122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37"/>
          <p:cNvSpPr/>
          <p:nvPr/>
        </p:nvSpPr>
        <p:spPr>
          <a:xfrm>
            <a:off x="44824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37"/>
          <p:cNvSpPr/>
          <p:nvPr/>
        </p:nvSpPr>
        <p:spPr>
          <a:xfrm>
            <a:off x="51526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5" name="Google Shape;455;p37"/>
          <p:cNvGrpSpPr/>
          <p:nvPr/>
        </p:nvGrpSpPr>
        <p:grpSpPr>
          <a:xfrm>
            <a:off x="4090304" y="2328731"/>
            <a:ext cx="2279673" cy="1887234"/>
            <a:chOff x="5673099" y="1739783"/>
            <a:chExt cx="2750902" cy="2277618"/>
          </a:xfrm>
        </p:grpSpPr>
        <p:sp>
          <p:nvSpPr>
            <p:cNvPr id="456" name="Google Shape;456;p37"/>
            <p:cNvSpPr/>
            <p:nvPr/>
          </p:nvSpPr>
          <p:spPr>
            <a:xfrm>
              <a:off x="56730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7"/>
            <p:cNvSpPr/>
            <p:nvPr/>
          </p:nvSpPr>
          <p:spPr>
            <a:xfrm>
              <a:off x="62514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68298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74082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79866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56730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62514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68298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74082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79866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56730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62514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68298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74082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79866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71" name="Google Shape;47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387" y="2098481"/>
            <a:ext cx="4087421" cy="2422669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7"/>
          <p:cNvSpPr txBox="1"/>
          <p:nvPr/>
        </p:nvSpPr>
        <p:spPr>
          <a:xfrm>
            <a:off x="3343353" y="1794275"/>
            <a:ext cx="25035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750" tIns="75750" rIns="75750" bIns="757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6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GitHub Version Control</a:t>
            </a:r>
            <a:endParaRPr sz="1326" b="1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FIVE COLUMNS</a:t>
            </a:r>
            <a:endParaRPr/>
          </a:p>
        </p:txBody>
      </p:sp>
      <p:sp>
        <p:nvSpPr>
          <p:cNvPr id="478" name="Google Shape;478;p38"/>
          <p:cNvSpPr txBox="1">
            <a:spLocks noGrp="1"/>
          </p:cNvSpPr>
          <p:nvPr>
            <p:ph type="subTitle" idx="4"/>
          </p:nvPr>
        </p:nvSpPr>
        <p:spPr>
          <a:xfrm>
            <a:off x="6551688" y="17371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STALEMATE</a:t>
            </a:r>
            <a:endParaRPr/>
          </a:p>
        </p:txBody>
      </p:sp>
      <p:sp>
        <p:nvSpPr>
          <p:cNvPr id="479" name="Google Shape;479;p38"/>
          <p:cNvSpPr txBox="1">
            <a:spLocks noGrp="1"/>
          </p:cNvSpPr>
          <p:nvPr>
            <p:ph type="subTitle" idx="6"/>
          </p:nvPr>
        </p:nvSpPr>
        <p:spPr>
          <a:xfrm>
            <a:off x="719988" y="17876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PASSANT</a:t>
            </a:r>
            <a:endParaRPr/>
          </a:p>
        </p:txBody>
      </p:sp>
      <p:sp>
        <p:nvSpPr>
          <p:cNvPr id="480" name="Google Shape;480;p38"/>
          <p:cNvSpPr txBox="1">
            <a:spLocks noGrp="1"/>
          </p:cNvSpPr>
          <p:nvPr>
            <p:ph type="subTitle" idx="8"/>
          </p:nvPr>
        </p:nvSpPr>
        <p:spPr>
          <a:xfrm>
            <a:off x="2726216" y="1767388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CASTLING</a:t>
            </a:r>
            <a:endParaRPr/>
          </a:p>
        </p:txBody>
      </p:sp>
      <p:sp>
        <p:nvSpPr>
          <p:cNvPr id="481" name="Google Shape;481;p38"/>
          <p:cNvSpPr txBox="1">
            <a:spLocks noGrp="1"/>
          </p:cNvSpPr>
          <p:nvPr>
            <p:ph type="subTitle" idx="13"/>
          </p:nvPr>
        </p:nvSpPr>
        <p:spPr>
          <a:xfrm>
            <a:off x="4639245" y="1737099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CHECKMATE</a:t>
            </a:r>
            <a:endParaRPr/>
          </a:p>
        </p:txBody>
      </p:sp>
      <p:sp>
        <p:nvSpPr>
          <p:cNvPr id="482" name="Google Shape;482;p38"/>
          <p:cNvSpPr/>
          <p:nvPr/>
        </p:nvSpPr>
        <p:spPr>
          <a:xfrm>
            <a:off x="1637700" y="1182275"/>
            <a:ext cx="534600" cy="53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8"/>
          <p:cNvSpPr/>
          <p:nvPr/>
        </p:nvSpPr>
        <p:spPr>
          <a:xfrm>
            <a:off x="3647875" y="1182275"/>
            <a:ext cx="534600" cy="53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38"/>
          <p:cNvSpPr/>
          <p:nvPr/>
        </p:nvSpPr>
        <p:spPr>
          <a:xfrm>
            <a:off x="5567125" y="1182275"/>
            <a:ext cx="534600" cy="534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8"/>
          <p:cNvSpPr/>
          <p:nvPr/>
        </p:nvSpPr>
        <p:spPr>
          <a:xfrm>
            <a:off x="7469463" y="1140748"/>
            <a:ext cx="534600" cy="53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8"/>
          <p:cNvSpPr/>
          <p:nvPr/>
        </p:nvSpPr>
        <p:spPr>
          <a:xfrm>
            <a:off x="1723200" y="1306813"/>
            <a:ext cx="363647" cy="285524"/>
          </a:xfrm>
          <a:custGeom>
            <a:avLst/>
            <a:gdLst/>
            <a:ahLst/>
            <a:cxnLst/>
            <a:rect l="l" t="t" r="r" b="b"/>
            <a:pathLst>
              <a:path w="11850" h="9305" extrusionOk="0">
                <a:moveTo>
                  <a:pt x="8247" y="5174"/>
                </a:moveTo>
                <a:cubicBezTo>
                  <a:pt x="8545" y="5174"/>
                  <a:pt x="8789" y="5404"/>
                  <a:pt x="8789" y="5702"/>
                </a:cubicBezTo>
                <a:cubicBezTo>
                  <a:pt x="8789" y="6000"/>
                  <a:pt x="8545" y="6230"/>
                  <a:pt x="8247" y="6230"/>
                </a:cubicBezTo>
                <a:cubicBezTo>
                  <a:pt x="7964" y="6230"/>
                  <a:pt x="7720" y="6000"/>
                  <a:pt x="7720" y="5702"/>
                </a:cubicBezTo>
                <a:cubicBezTo>
                  <a:pt x="7720" y="5404"/>
                  <a:pt x="7964" y="5174"/>
                  <a:pt x="8247" y="5174"/>
                </a:cubicBezTo>
                <a:close/>
                <a:moveTo>
                  <a:pt x="9845" y="5174"/>
                </a:moveTo>
                <a:cubicBezTo>
                  <a:pt x="10130" y="5174"/>
                  <a:pt x="10374" y="5404"/>
                  <a:pt x="10374" y="5702"/>
                </a:cubicBezTo>
                <a:cubicBezTo>
                  <a:pt x="10374" y="6000"/>
                  <a:pt x="10130" y="6230"/>
                  <a:pt x="9845" y="6230"/>
                </a:cubicBezTo>
                <a:cubicBezTo>
                  <a:pt x="9547" y="6230"/>
                  <a:pt x="9304" y="6000"/>
                  <a:pt x="9304" y="5702"/>
                </a:cubicBezTo>
                <a:cubicBezTo>
                  <a:pt x="9304" y="5404"/>
                  <a:pt x="9547" y="5174"/>
                  <a:pt x="9845" y="5174"/>
                </a:cubicBezTo>
                <a:close/>
                <a:moveTo>
                  <a:pt x="2655" y="5228"/>
                </a:moveTo>
                <a:cubicBezTo>
                  <a:pt x="2899" y="5228"/>
                  <a:pt x="3088" y="5418"/>
                  <a:pt x="3088" y="5662"/>
                </a:cubicBezTo>
                <a:lnTo>
                  <a:pt x="3088" y="6068"/>
                </a:lnTo>
                <a:lnTo>
                  <a:pt x="3507" y="6068"/>
                </a:lnTo>
                <a:cubicBezTo>
                  <a:pt x="3738" y="6068"/>
                  <a:pt x="3941" y="6258"/>
                  <a:pt x="3941" y="6501"/>
                </a:cubicBezTo>
                <a:cubicBezTo>
                  <a:pt x="3941" y="6745"/>
                  <a:pt x="3738" y="6935"/>
                  <a:pt x="3507" y="6935"/>
                </a:cubicBezTo>
                <a:lnTo>
                  <a:pt x="3088" y="6935"/>
                </a:lnTo>
                <a:lnTo>
                  <a:pt x="3088" y="7341"/>
                </a:lnTo>
                <a:cubicBezTo>
                  <a:pt x="3088" y="7585"/>
                  <a:pt x="2899" y="7774"/>
                  <a:pt x="2655" y="7774"/>
                </a:cubicBezTo>
                <a:cubicBezTo>
                  <a:pt x="2424" y="7774"/>
                  <a:pt x="2234" y="7585"/>
                  <a:pt x="2234" y="7341"/>
                </a:cubicBezTo>
                <a:lnTo>
                  <a:pt x="2234" y="6935"/>
                </a:lnTo>
                <a:lnTo>
                  <a:pt x="1815" y="6935"/>
                </a:lnTo>
                <a:cubicBezTo>
                  <a:pt x="1571" y="6935"/>
                  <a:pt x="1382" y="6745"/>
                  <a:pt x="1382" y="6501"/>
                </a:cubicBezTo>
                <a:cubicBezTo>
                  <a:pt x="1382" y="6258"/>
                  <a:pt x="1571" y="6068"/>
                  <a:pt x="1815" y="6068"/>
                </a:cubicBezTo>
                <a:lnTo>
                  <a:pt x="2234" y="6068"/>
                </a:lnTo>
                <a:lnTo>
                  <a:pt x="2234" y="5662"/>
                </a:lnTo>
                <a:cubicBezTo>
                  <a:pt x="2234" y="5418"/>
                  <a:pt x="2424" y="5228"/>
                  <a:pt x="2655" y="5228"/>
                </a:cubicBezTo>
                <a:close/>
                <a:moveTo>
                  <a:pt x="8247" y="6772"/>
                </a:moveTo>
                <a:cubicBezTo>
                  <a:pt x="8545" y="6772"/>
                  <a:pt x="8789" y="7002"/>
                  <a:pt x="8789" y="7300"/>
                </a:cubicBezTo>
                <a:cubicBezTo>
                  <a:pt x="8789" y="7598"/>
                  <a:pt x="8545" y="7828"/>
                  <a:pt x="8247" y="7828"/>
                </a:cubicBezTo>
                <a:cubicBezTo>
                  <a:pt x="7964" y="7828"/>
                  <a:pt x="7720" y="7598"/>
                  <a:pt x="7720" y="7300"/>
                </a:cubicBezTo>
                <a:cubicBezTo>
                  <a:pt x="7720" y="7002"/>
                  <a:pt x="7964" y="6772"/>
                  <a:pt x="8247" y="6772"/>
                </a:cubicBezTo>
                <a:close/>
                <a:moveTo>
                  <a:pt x="9845" y="6772"/>
                </a:moveTo>
                <a:cubicBezTo>
                  <a:pt x="10130" y="6772"/>
                  <a:pt x="10374" y="7002"/>
                  <a:pt x="10374" y="7300"/>
                </a:cubicBezTo>
                <a:cubicBezTo>
                  <a:pt x="10374" y="7598"/>
                  <a:pt x="10130" y="7828"/>
                  <a:pt x="9845" y="7828"/>
                </a:cubicBezTo>
                <a:cubicBezTo>
                  <a:pt x="9547" y="7828"/>
                  <a:pt x="9304" y="7598"/>
                  <a:pt x="9304" y="7300"/>
                </a:cubicBezTo>
                <a:cubicBezTo>
                  <a:pt x="9304" y="7002"/>
                  <a:pt x="9547" y="6772"/>
                  <a:pt x="9845" y="6772"/>
                </a:cubicBezTo>
                <a:close/>
                <a:moveTo>
                  <a:pt x="7420" y="0"/>
                </a:moveTo>
                <a:cubicBezTo>
                  <a:pt x="7412" y="0"/>
                  <a:pt x="7403" y="0"/>
                  <a:pt x="7395" y="1"/>
                </a:cubicBezTo>
                <a:cubicBezTo>
                  <a:pt x="7137" y="1"/>
                  <a:pt x="6947" y="217"/>
                  <a:pt x="6961" y="461"/>
                </a:cubicBezTo>
                <a:lnTo>
                  <a:pt x="6974" y="962"/>
                </a:lnTo>
                <a:lnTo>
                  <a:pt x="6311" y="962"/>
                </a:lnTo>
                <a:cubicBezTo>
                  <a:pt x="5851" y="962"/>
                  <a:pt x="5472" y="1341"/>
                  <a:pt x="5472" y="1801"/>
                </a:cubicBezTo>
                <a:lnTo>
                  <a:pt x="5472" y="3697"/>
                </a:lnTo>
                <a:lnTo>
                  <a:pt x="2668" y="3697"/>
                </a:lnTo>
                <a:cubicBezTo>
                  <a:pt x="1192" y="3766"/>
                  <a:pt x="0" y="4998"/>
                  <a:pt x="0" y="6501"/>
                </a:cubicBezTo>
                <a:cubicBezTo>
                  <a:pt x="0" y="8045"/>
                  <a:pt x="1259" y="9304"/>
                  <a:pt x="2803" y="9304"/>
                </a:cubicBezTo>
                <a:cubicBezTo>
                  <a:pt x="3995" y="9304"/>
                  <a:pt x="5011" y="8560"/>
                  <a:pt x="5417" y="7503"/>
                </a:cubicBezTo>
                <a:lnTo>
                  <a:pt x="6433" y="7503"/>
                </a:lnTo>
                <a:cubicBezTo>
                  <a:pt x="6826" y="8560"/>
                  <a:pt x="7855" y="9304"/>
                  <a:pt x="9047" y="9304"/>
                </a:cubicBezTo>
                <a:cubicBezTo>
                  <a:pt x="10591" y="9304"/>
                  <a:pt x="11850" y="8045"/>
                  <a:pt x="11850" y="6501"/>
                </a:cubicBezTo>
                <a:cubicBezTo>
                  <a:pt x="11850" y="4998"/>
                  <a:pt x="10658" y="3766"/>
                  <a:pt x="9182" y="3697"/>
                </a:cubicBezTo>
                <a:lnTo>
                  <a:pt x="6378" y="3697"/>
                </a:lnTo>
                <a:lnTo>
                  <a:pt x="6378" y="1856"/>
                </a:lnTo>
                <a:lnTo>
                  <a:pt x="7056" y="1856"/>
                </a:lnTo>
                <a:cubicBezTo>
                  <a:pt x="7286" y="1856"/>
                  <a:pt x="7489" y="1774"/>
                  <a:pt x="7651" y="1612"/>
                </a:cubicBezTo>
                <a:cubicBezTo>
                  <a:pt x="7801" y="1449"/>
                  <a:pt x="7882" y="1233"/>
                  <a:pt x="7868" y="1016"/>
                </a:cubicBezTo>
                <a:lnTo>
                  <a:pt x="7855" y="420"/>
                </a:lnTo>
                <a:cubicBezTo>
                  <a:pt x="7842" y="185"/>
                  <a:pt x="7652" y="0"/>
                  <a:pt x="74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487" name="Google Shape;487;p38"/>
          <p:cNvSpPr/>
          <p:nvPr/>
        </p:nvSpPr>
        <p:spPr>
          <a:xfrm>
            <a:off x="3797499" y="1293307"/>
            <a:ext cx="235281" cy="312527"/>
          </a:xfrm>
          <a:custGeom>
            <a:avLst/>
            <a:gdLst/>
            <a:ahLst/>
            <a:cxnLst/>
            <a:rect l="l" t="t" r="r" b="b"/>
            <a:pathLst>
              <a:path w="7667" h="10185" extrusionOk="0">
                <a:moveTo>
                  <a:pt x="6312" y="1070"/>
                </a:moveTo>
                <a:cubicBezTo>
                  <a:pt x="6447" y="1070"/>
                  <a:pt x="6556" y="1178"/>
                  <a:pt x="6556" y="1314"/>
                </a:cubicBezTo>
                <a:lnTo>
                  <a:pt x="6556" y="4022"/>
                </a:lnTo>
                <a:cubicBezTo>
                  <a:pt x="6556" y="4158"/>
                  <a:pt x="6447" y="4266"/>
                  <a:pt x="6312" y="4266"/>
                </a:cubicBezTo>
                <a:lnTo>
                  <a:pt x="1368" y="4266"/>
                </a:lnTo>
                <a:cubicBezTo>
                  <a:pt x="1233" y="4266"/>
                  <a:pt x="1124" y="4158"/>
                  <a:pt x="1124" y="4022"/>
                </a:cubicBezTo>
                <a:lnTo>
                  <a:pt x="1124" y="1314"/>
                </a:lnTo>
                <a:cubicBezTo>
                  <a:pt x="1124" y="1178"/>
                  <a:pt x="1233" y="1070"/>
                  <a:pt x="1368" y="1070"/>
                </a:cubicBezTo>
                <a:close/>
                <a:moveTo>
                  <a:pt x="6447" y="5147"/>
                </a:moveTo>
                <a:cubicBezTo>
                  <a:pt x="6514" y="5147"/>
                  <a:pt x="6556" y="5201"/>
                  <a:pt x="6556" y="5255"/>
                </a:cubicBezTo>
                <a:lnTo>
                  <a:pt x="6556" y="5634"/>
                </a:lnTo>
                <a:cubicBezTo>
                  <a:pt x="6556" y="5701"/>
                  <a:pt x="6514" y="5743"/>
                  <a:pt x="6447" y="5743"/>
                </a:cubicBezTo>
                <a:lnTo>
                  <a:pt x="1233" y="5743"/>
                </a:lnTo>
                <a:cubicBezTo>
                  <a:pt x="1166" y="5743"/>
                  <a:pt x="1124" y="5701"/>
                  <a:pt x="1124" y="5634"/>
                </a:cubicBezTo>
                <a:lnTo>
                  <a:pt x="1124" y="5255"/>
                </a:lnTo>
                <a:cubicBezTo>
                  <a:pt x="1124" y="5201"/>
                  <a:pt x="1166" y="5147"/>
                  <a:pt x="1233" y="5147"/>
                </a:cubicBezTo>
                <a:close/>
                <a:moveTo>
                  <a:pt x="5729" y="6636"/>
                </a:moveTo>
                <a:cubicBezTo>
                  <a:pt x="6041" y="6636"/>
                  <a:pt x="6285" y="6880"/>
                  <a:pt x="6285" y="7191"/>
                </a:cubicBezTo>
                <a:cubicBezTo>
                  <a:pt x="6285" y="7489"/>
                  <a:pt x="6041" y="7747"/>
                  <a:pt x="5729" y="7747"/>
                </a:cubicBezTo>
                <a:cubicBezTo>
                  <a:pt x="5418" y="7747"/>
                  <a:pt x="5174" y="7489"/>
                  <a:pt x="5174" y="7191"/>
                </a:cubicBezTo>
                <a:cubicBezTo>
                  <a:pt x="5174" y="6880"/>
                  <a:pt x="5418" y="6636"/>
                  <a:pt x="5729" y="6636"/>
                </a:cubicBezTo>
                <a:close/>
                <a:moveTo>
                  <a:pt x="2926" y="6772"/>
                </a:moveTo>
                <a:cubicBezTo>
                  <a:pt x="2980" y="6772"/>
                  <a:pt x="3020" y="6812"/>
                  <a:pt x="3020" y="6866"/>
                </a:cubicBezTo>
                <a:lnTo>
                  <a:pt x="3020" y="8329"/>
                </a:lnTo>
                <a:cubicBezTo>
                  <a:pt x="3020" y="8383"/>
                  <a:pt x="2980" y="8424"/>
                  <a:pt x="2926" y="8424"/>
                </a:cubicBezTo>
                <a:lnTo>
                  <a:pt x="1449" y="8424"/>
                </a:lnTo>
                <a:cubicBezTo>
                  <a:pt x="1395" y="8424"/>
                  <a:pt x="1355" y="8383"/>
                  <a:pt x="1355" y="8329"/>
                </a:cubicBezTo>
                <a:lnTo>
                  <a:pt x="1355" y="6866"/>
                </a:lnTo>
                <a:cubicBezTo>
                  <a:pt x="1355" y="6812"/>
                  <a:pt x="1395" y="6772"/>
                  <a:pt x="1449" y="6772"/>
                </a:cubicBezTo>
                <a:close/>
                <a:moveTo>
                  <a:pt x="4700" y="7747"/>
                </a:moveTo>
                <a:cubicBezTo>
                  <a:pt x="5012" y="7747"/>
                  <a:pt x="5269" y="7991"/>
                  <a:pt x="5269" y="8302"/>
                </a:cubicBezTo>
                <a:cubicBezTo>
                  <a:pt x="5269" y="8600"/>
                  <a:pt x="5012" y="8857"/>
                  <a:pt x="4700" y="8857"/>
                </a:cubicBezTo>
                <a:cubicBezTo>
                  <a:pt x="4402" y="8857"/>
                  <a:pt x="4145" y="8600"/>
                  <a:pt x="4145" y="8302"/>
                </a:cubicBezTo>
                <a:cubicBezTo>
                  <a:pt x="4145" y="7991"/>
                  <a:pt x="4402" y="7747"/>
                  <a:pt x="4700" y="7747"/>
                </a:cubicBezTo>
                <a:close/>
                <a:moveTo>
                  <a:pt x="393" y="1"/>
                </a:moveTo>
                <a:cubicBezTo>
                  <a:pt x="176" y="1"/>
                  <a:pt x="1" y="163"/>
                  <a:pt x="1" y="380"/>
                </a:cubicBezTo>
                <a:lnTo>
                  <a:pt x="1" y="9805"/>
                </a:lnTo>
                <a:cubicBezTo>
                  <a:pt x="1" y="10008"/>
                  <a:pt x="176" y="10185"/>
                  <a:pt x="393" y="10185"/>
                </a:cubicBezTo>
                <a:lnTo>
                  <a:pt x="5120" y="10185"/>
                </a:lnTo>
                <a:cubicBezTo>
                  <a:pt x="5296" y="10185"/>
                  <a:pt x="5512" y="10089"/>
                  <a:pt x="5648" y="9968"/>
                </a:cubicBezTo>
                <a:lnTo>
                  <a:pt x="7449" y="8139"/>
                </a:lnTo>
                <a:cubicBezTo>
                  <a:pt x="7585" y="8004"/>
                  <a:pt x="7666" y="7787"/>
                  <a:pt x="7666" y="7612"/>
                </a:cubicBezTo>
                <a:lnTo>
                  <a:pt x="7666" y="380"/>
                </a:lnTo>
                <a:cubicBezTo>
                  <a:pt x="7666" y="163"/>
                  <a:pt x="7504" y="1"/>
                  <a:pt x="728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488" name="Google Shape;488;p38"/>
          <p:cNvSpPr/>
          <p:nvPr/>
        </p:nvSpPr>
        <p:spPr>
          <a:xfrm>
            <a:off x="7558177" y="1251160"/>
            <a:ext cx="357018" cy="313785"/>
          </a:xfrm>
          <a:custGeom>
            <a:avLst/>
            <a:gdLst/>
            <a:ahLst/>
            <a:cxnLst/>
            <a:rect l="l" t="t" r="r" b="b"/>
            <a:pathLst>
              <a:path w="11634" h="10226" extrusionOk="0">
                <a:moveTo>
                  <a:pt x="2560" y="4416"/>
                </a:moveTo>
                <a:cubicBezTo>
                  <a:pt x="3129" y="4416"/>
                  <a:pt x="3589" y="4876"/>
                  <a:pt x="3589" y="5458"/>
                </a:cubicBezTo>
                <a:cubicBezTo>
                  <a:pt x="3589" y="6027"/>
                  <a:pt x="3129" y="6487"/>
                  <a:pt x="2560" y="6487"/>
                </a:cubicBezTo>
                <a:cubicBezTo>
                  <a:pt x="1978" y="6487"/>
                  <a:pt x="1518" y="6027"/>
                  <a:pt x="1518" y="5458"/>
                </a:cubicBezTo>
                <a:cubicBezTo>
                  <a:pt x="1518" y="4876"/>
                  <a:pt x="1978" y="4416"/>
                  <a:pt x="2560" y="4416"/>
                </a:cubicBezTo>
                <a:close/>
                <a:moveTo>
                  <a:pt x="9683" y="4429"/>
                </a:moveTo>
                <a:cubicBezTo>
                  <a:pt x="9806" y="4429"/>
                  <a:pt x="9914" y="4470"/>
                  <a:pt x="9995" y="4551"/>
                </a:cubicBezTo>
                <a:cubicBezTo>
                  <a:pt x="10077" y="4632"/>
                  <a:pt x="10117" y="4741"/>
                  <a:pt x="10117" y="4862"/>
                </a:cubicBezTo>
                <a:cubicBezTo>
                  <a:pt x="10117" y="4970"/>
                  <a:pt x="10077" y="5079"/>
                  <a:pt x="9995" y="5160"/>
                </a:cubicBezTo>
                <a:lnTo>
                  <a:pt x="9697" y="5458"/>
                </a:lnTo>
                <a:lnTo>
                  <a:pt x="9995" y="5743"/>
                </a:lnTo>
                <a:cubicBezTo>
                  <a:pt x="10077" y="5824"/>
                  <a:pt x="10117" y="5932"/>
                  <a:pt x="10117" y="6054"/>
                </a:cubicBezTo>
                <a:cubicBezTo>
                  <a:pt x="10117" y="6162"/>
                  <a:pt x="10077" y="6271"/>
                  <a:pt x="9995" y="6352"/>
                </a:cubicBezTo>
                <a:cubicBezTo>
                  <a:pt x="9914" y="6433"/>
                  <a:pt x="9806" y="6487"/>
                  <a:pt x="9683" y="6487"/>
                </a:cubicBezTo>
                <a:cubicBezTo>
                  <a:pt x="9575" y="6487"/>
                  <a:pt x="9467" y="6433"/>
                  <a:pt x="9372" y="6352"/>
                </a:cubicBezTo>
                <a:lnTo>
                  <a:pt x="9087" y="6068"/>
                </a:lnTo>
                <a:lnTo>
                  <a:pt x="8789" y="6352"/>
                </a:lnTo>
                <a:cubicBezTo>
                  <a:pt x="8708" y="6433"/>
                  <a:pt x="8600" y="6487"/>
                  <a:pt x="8491" y="6487"/>
                </a:cubicBezTo>
                <a:cubicBezTo>
                  <a:pt x="8370" y="6487"/>
                  <a:pt x="8262" y="6433"/>
                  <a:pt x="8181" y="6352"/>
                </a:cubicBezTo>
                <a:cubicBezTo>
                  <a:pt x="8099" y="6271"/>
                  <a:pt x="8058" y="6162"/>
                  <a:pt x="8058" y="6054"/>
                </a:cubicBezTo>
                <a:cubicBezTo>
                  <a:pt x="8058" y="5932"/>
                  <a:pt x="8099" y="5824"/>
                  <a:pt x="8181" y="5743"/>
                </a:cubicBezTo>
                <a:lnTo>
                  <a:pt x="8478" y="5458"/>
                </a:lnTo>
                <a:lnTo>
                  <a:pt x="8181" y="5160"/>
                </a:lnTo>
                <a:cubicBezTo>
                  <a:pt x="8099" y="5079"/>
                  <a:pt x="8058" y="4970"/>
                  <a:pt x="8058" y="4862"/>
                </a:cubicBezTo>
                <a:cubicBezTo>
                  <a:pt x="8058" y="4741"/>
                  <a:pt x="8099" y="4632"/>
                  <a:pt x="8181" y="4551"/>
                </a:cubicBezTo>
                <a:cubicBezTo>
                  <a:pt x="8262" y="4470"/>
                  <a:pt x="8370" y="4429"/>
                  <a:pt x="8491" y="4429"/>
                </a:cubicBezTo>
                <a:cubicBezTo>
                  <a:pt x="8600" y="4429"/>
                  <a:pt x="8708" y="4470"/>
                  <a:pt x="8789" y="4551"/>
                </a:cubicBezTo>
                <a:lnTo>
                  <a:pt x="9087" y="4849"/>
                </a:lnTo>
                <a:lnTo>
                  <a:pt x="9372" y="4551"/>
                </a:lnTo>
                <a:cubicBezTo>
                  <a:pt x="9467" y="4470"/>
                  <a:pt x="9575" y="4429"/>
                  <a:pt x="9683" y="4429"/>
                </a:cubicBezTo>
                <a:close/>
                <a:moveTo>
                  <a:pt x="3860" y="7395"/>
                </a:moveTo>
                <a:cubicBezTo>
                  <a:pt x="4185" y="7395"/>
                  <a:pt x="4456" y="7666"/>
                  <a:pt x="4456" y="8004"/>
                </a:cubicBezTo>
                <a:cubicBezTo>
                  <a:pt x="4456" y="8329"/>
                  <a:pt x="4185" y="8600"/>
                  <a:pt x="3860" y="8600"/>
                </a:cubicBezTo>
                <a:cubicBezTo>
                  <a:pt x="3522" y="8600"/>
                  <a:pt x="3251" y="8329"/>
                  <a:pt x="3251" y="8004"/>
                </a:cubicBezTo>
                <a:cubicBezTo>
                  <a:pt x="3251" y="7666"/>
                  <a:pt x="3522" y="7395"/>
                  <a:pt x="3860" y="7395"/>
                </a:cubicBezTo>
                <a:close/>
                <a:moveTo>
                  <a:pt x="7814" y="7395"/>
                </a:moveTo>
                <a:cubicBezTo>
                  <a:pt x="8139" y="7395"/>
                  <a:pt x="8410" y="7666"/>
                  <a:pt x="8410" y="8004"/>
                </a:cubicBezTo>
                <a:cubicBezTo>
                  <a:pt x="8410" y="8329"/>
                  <a:pt x="8139" y="8600"/>
                  <a:pt x="7814" y="8600"/>
                </a:cubicBezTo>
                <a:cubicBezTo>
                  <a:pt x="7476" y="8600"/>
                  <a:pt x="7205" y="8329"/>
                  <a:pt x="7205" y="8004"/>
                </a:cubicBezTo>
                <a:cubicBezTo>
                  <a:pt x="7205" y="7666"/>
                  <a:pt x="7476" y="7395"/>
                  <a:pt x="7814" y="7395"/>
                </a:cubicBezTo>
                <a:close/>
                <a:moveTo>
                  <a:pt x="7287" y="1"/>
                </a:moveTo>
                <a:cubicBezTo>
                  <a:pt x="7029" y="14"/>
                  <a:pt x="6839" y="217"/>
                  <a:pt x="6853" y="461"/>
                </a:cubicBezTo>
                <a:lnTo>
                  <a:pt x="6866" y="976"/>
                </a:lnTo>
                <a:lnTo>
                  <a:pt x="6203" y="976"/>
                </a:lnTo>
                <a:cubicBezTo>
                  <a:pt x="5743" y="976"/>
                  <a:pt x="5364" y="1341"/>
                  <a:pt x="5364" y="1801"/>
                </a:cubicBezTo>
                <a:lnTo>
                  <a:pt x="5364" y="3278"/>
                </a:lnTo>
                <a:cubicBezTo>
                  <a:pt x="5052" y="3278"/>
                  <a:pt x="4781" y="3468"/>
                  <a:pt x="4645" y="3724"/>
                </a:cubicBezTo>
                <a:cubicBezTo>
                  <a:pt x="4389" y="3386"/>
                  <a:pt x="4036" y="3129"/>
                  <a:pt x="3589" y="2993"/>
                </a:cubicBezTo>
                <a:cubicBezTo>
                  <a:pt x="3372" y="2926"/>
                  <a:pt x="3156" y="2899"/>
                  <a:pt x="2953" y="2899"/>
                </a:cubicBezTo>
                <a:cubicBezTo>
                  <a:pt x="2343" y="2899"/>
                  <a:pt x="1205" y="3197"/>
                  <a:pt x="570" y="5282"/>
                </a:cubicBezTo>
                <a:cubicBezTo>
                  <a:pt x="217" y="6393"/>
                  <a:pt x="28" y="7476"/>
                  <a:pt x="14" y="8302"/>
                </a:cubicBezTo>
                <a:cubicBezTo>
                  <a:pt x="1" y="9629"/>
                  <a:pt x="461" y="10049"/>
                  <a:pt x="853" y="10171"/>
                </a:cubicBezTo>
                <a:cubicBezTo>
                  <a:pt x="949" y="10198"/>
                  <a:pt x="1057" y="10225"/>
                  <a:pt x="1165" y="10225"/>
                </a:cubicBezTo>
                <a:cubicBezTo>
                  <a:pt x="1761" y="10225"/>
                  <a:pt x="2506" y="9806"/>
                  <a:pt x="3224" y="9102"/>
                </a:cubicBezTo>
                <a:cubicBezTo>
                  <a:pt x="3413" y="9210"/>
                  <a:pt x="3630" y="9264"/>
                  <a:pt x="3860" y="9264"/>
                </a:cubicBezTo>
                <a:cubicBezTo>
                  <a:pt x="4551" y="9264"/>
                  <a:pt x="5120" y="8695"/>
                  <a:pt x="5120" y="8004"/>
                </a:cubicBezTo>
                <a:lnTo>
                  <a:pt x="5120" y="7910"/>
                </a:lnTo>
                <a:lnTo>
                  <a:pt x="6555" y="7910"/>
                </a:lnTo>
                <a:lnTo>
                  <a:pt x="6555" y="8004"/>
                </a:lnTo>
                <a:cubicBezTo>
                  <a:pt x="6555" y="8695"/>
                  <a:pt x="7110" y="9264"/>
                  <a:pt x="7814" y="9264"/>
                </a:cubicBezTo>
                <a:cubicBezTo>
                  <a:pt x="8031" y="9264"/>
                  <a:pt x="8235" y="9210"/>
                  <a:pt x="8424" y="9115"/>
                </a:cubicBezTo>
                <a:cubicBezTo>
                  <a:pt x="9129" y="9819"/>
                  <a:pt x="9873" y="10225"/>
                  <a:pt x="10469" y="10225"/>
                </a:cubicBezTo>
                <a:cubicBezTo>
                  <a:pt x="10577" y="10225"/>
                  <a:pt x="10685" y="10198"/>
                  <a:pt x="10781" y="10171"/>
                </a:cubicBezTo>
                <a:cubicBezTo>
                  <a:pt x="11173" y="10049"/>
                  <a:pt x="11633" y="9629"/>
                  <a:pt x="11620" y="8302"/>
                </a:cubicBezTo>
                <a:cubicBezTo>
                  <a:pt x="11606" y="7476"/>
                  <a:pt x="11404" y="6393"/>
                  <a:pt x="11065" y="5282"/>
                </a:cubicBezTo>
                <a:cubicBezTo>
                  <a:pt x="10429" y="3197"/>
                  <a:pt x="9291" y="2899"/>
                  <a:pt x="8681" y="2899"/>
                </a:cubicBezTo>
                <a:cubicBezTo>
                  <a:pt x="8464" y="2899"/>
                  <a:pt x="8262" y="2926"/>
                  <a:pt x="8045" y="2993"/>
                </a:cubicBezTo>
                <a:cubicBezTo>
                  <a:pt x="7598" y="3129"/>
                  <a:pt x="7233" y="3386"/>
                  <a:pt x="6989" y="3724"/>
                </a:cubicBezTo>
                <a:cubicBezTo>
                  <a:pt x="6853" y="3468"/>
                  <a:pt x="6582" y="3278"/>
                  <a:pt x="6270" y="3278"/>
                </a:cubicBezTo>
                <a:lnTo>
                  <a:pt x="6270" y="1870"/>
                </a:lnTo>
                <a:lnTo>
                  <a:pt x="6948" y="1870"/>
                </a:lnTo>
                <a:cubicBezTo>
                  <a:pt x="7178" y="1870"/>
                  <a:pt x="7381" y="1774"/>
                  <a:pt x="7543" y="1612"/>
                </a:cubicBezTo>
                <a:cubicBezTo>
                  <a:pt x="7693" y="1449"/>
                  <a:pt x="7774" y="1247"/>
                  <a:pt x="7760" y="1016"/>
                </a:cubicBezTo>
                <a:lnTo>
                  <a:pt x="7747" y="434"/>
                </a:lnTo>
                <a:cubicBezTo>
                  <a:pt x="7733" y="190"/>
                  <a:pt x="7543" y="1"/>
                  <a:pt x="730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489" name="Google Shape;489;p38"/>
          <p:cNvSpPr/>
          <p:nvPr/>
        </p:nvSpPr>
        <p:spPr>
          <a:xfrm>
            <a:off x="5737369" y="1274607"/>
            <a:ext cx="194098" cy="349932"/>
          </a:xfrm>
          <a:custGeom>
            <a:avLst/>
            <a:gdLst/>
            <a:ahLst/>
            <a:cxnLst/>
            <a:rect l="l" t="t" r="r" b="b"/>
            <a:pathLst>
              <a:path w="6325" h="11404" extrusionOk="0">
                <a:moveTo>
                  <a:pt x="3155" y="0"/>
                </a:moveTo>
                <a:cubicBezTo>
                  <a:pt x="3074" y="0"/>
                  <a:pt x="2992" y="41"/>
                  <a:pt x="2938" y="122"/>
                </a:cubicBezTo>
                <a:lnTo>
                  <a:pt x="2086" y="1354"/>
                </a:lnTo>
                <a:cubicBezTo>
                  <a:pt x="2004" y="1477"/>
                  <a:pt x="1936" y="1666"/>
                  <a:pt x="1936" y="1802"/>
                </a:cubicBezTo>
                <a:lnTo>
                  <a:pt x="1936" y="7408"/>
                </a:lnTo>
                <a:lnTo>
                  <a:pt x="1069" y="7408"/>
                </a:lnTo>
                <a:cubicBezTo>
                  <a:pt x="799" y="7408"/>
                  <a:pt x="542" y="7571"/>
                  <a:pt x="419" y="7815"/>
                </a:cubicBezTo>
                <a:lnTo>
                  <a:pt x="121" y="8465"/>
                </a:lnTo>
                <a:cubicBezTo>
                  <a:pt x="0" y="8722"/>
                  <a:pt x="121" y="9034"/>
                  <a:pt x="379" y="9142"/>
                </a:cubicBezTo>
                <a:cubicBezTo>
                  <a:pt x="447" y="9176"/>
                  <a:pt x="520" y="9192"/>
                  <a:pt x="593" y="9192"/>
                </a:cubicBezTo>
                <a:cubicBezTo>
                  <a:pt x="781" y="9192"/>
                  <a:pt x="968" y="9084"/>
                  <a:pt x="1056" y="8898"/>
                </a:cubicBezTo>
                <a:lnTo>
                  <a:pt x="1273" y="8424"/>
                </a:lnTo>
                <a:lnTo>
                  <a:pt x="2342" y="8424"/>
                </a:lnTo>
                <a:lnTo>
                  <a:pt x="2559" y="9467"/>
                </a:lnTo>
                <a:cubicBezTo>
                  <a:pt x="2288" y="9657"/>
                  <a:pt x="2099" y="9982"/>
                  <a:pt x="2099" y="10347"/>
                </a:cubicBezTo>
                <a:cubicBezTo>
                  <a:pt x="2099" y="10930"/>
                  <a:pt x="2573" y="11403"/>
                  <a:pt x="3155" y="11403"/>
                </a:cubicBezTo>
                <a:cubicBezTo>
                  <a:pt x="3751" y="11403"/>
                  <a:pt x="4225" y="10930"/>
                  <a:pt x="4225" y="10347"/>
                </a:cubicBezTo>
                <a:cubicBezTo>
                  <a:pt x="4225" y="9982"/>
                  <a:pt x="4036" y="9657"/>
                  <a:pt x="3765" y="9467"/>
                </a:cubicBezTo>
                <a:lnTo>
                  <a:pt x="3982" y="8424"/>
                </a:lnTo>
                <a:lnTo>
                  <a:pt x="5051" y="8424"/>
                </a:lnTo>
                <a:lnTo>
                  <a:pt x="5268" y="8898"/>
                </a:lnTo>
                <a:cubicBezTo>
                  <a:pt x="5363" y="9088"/>
                  <a:pt x="5539" y="9196"/>
                  <a:pt x="5728" y="9196"/>
                </a:cubicBezTo>
                <a:cubicBezTo>
                  <a:pt x="5809" y="9196"/>
                  <a:pt x="5878" y="9182"/>
                  <a:pt x="5945" y="9142"/>
                </a:cubicBezTo>
                <a:cubicBezTo>
                  <a:pt x="6203" y="9034"/>
                  <a:pt x="6324" y="8722"/>
                  <a:pt x="6203" y="8465"/>
                </a:cubicBezTo>
                <a:lnTo>
                  <a:pt x="5891" y="7815"/>
                </a:lnTo>
                <a:cubicBezTo>
                  <a:pt x="5782" y="7571"/>
                  <a:pt x="5511" y="7408"/>
                  <a:pt x="5255" y="7408"/>
                </a:cubicBezTo>
                <a:lnTo>
                  <a:pt x="4388" y="7408"/>
                </a:lnTo>
                <a:lnTo>
                  <a:pt x="4388" y="1802"/>
                </a:lnTo>
                <a:cubicBezTo>
                  <a:pt x="4388" y="1666"/>
                  <a:pt x="4320" y="1477"/>
                  <a:pt x="4238" y="1354"/>
                </a:cubicBezTo>
                <a:lnTo>
                  <a:pt x="3386" y="122"/>
                </a:lnTo>
                <a:cubicBezTo>
                  <a:pt x="3332" y="41"/>
                  <a:pt x="3250" y="0"/>
                  <a:pt x="315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grpSp>
        <p:nvGrpSpPr>
          <p:cNvPr id="490" name="Google Shape;490;p38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491" name="Google Shape;491;p38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8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93" name="Google Shape;493;p38"/>
          <p:cNvPicPr preferRelativeResize="0"/>
          <p:nvPr/>
        </p:nvPicPr>
        <p:blipFill rotWithShape="1">
          <a:blip r:embed="rId3">
            <a:alphaModFix/>
          </a:blip>
          <a:srcRect l="19473" t="19787" r="48842" b="47437"/>
          <a:stretch/>
        </p:blipFill>
        <p:spPr>
          <a:xfrm>
            <a:off x="1091535" y="2269035"/>
            <a:ext cx="1626926" cy="168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8"/>
          <p:cNvPicPr preferRelativeResize="0"/>
          <p:nvPr/>
        </p:nvPicPr>
        <p:blipFill rotWithShape="1">
          <a:blip r:embed="rId4">
            <a:alphaModFix/>
          </a:blip>
          <a:srcRect r="22390"/>
          <a:stretch/>
        </p:blipFill>
        <p:spPr>
          <a:xfrm>
            <a:off x="3047238" y="2302113"/>
            <a:ext cx="1727975" cy="16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7100" y="2322225"/>
            <a:ext cx="1874650" cy="1473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The image depicts a chessboard with various chess pieces, including a king and a knight, and a message indicating a stalemate situation with an option to restart the game.&#10;&#10;AI-generated content may be incorrect.">
            <a:extLst>
              <a:ext uri="{FF2B5EF4-FFF2-40B4-BE49-F238E27FC236}">
                <a16:creationId xmlns:a16="http://schemas.microsoft.com/office/drawing/2014/main" id="{E648AEF4-34B2-4532-6608-1D30A71D92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790" y="2269035"/>
            <a:ext cx="1814087" cy="18304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501" name="Google Shape;501;p39"/>
          <p:cNvSpPr txBox="1">
            <a:spLocks noGrp="1"/>
          </p:cNvSpPr>
          <p:nvPr>
            <p:ph type="subTitle" idx="1"/>
          </p:nvPr>
        </p:nvSpPr>
        <p:spPr>
          <a:xfrm>
            <a:off x="720025" y="3433125"/>
            <a:ext cx="2370000" cy="10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tutorial used when making the chess AI</a:t>
            </a:r>
            <a:endParaRPr/>
          </a:p>
        </p:txBody>
      </p:sp>
      <p:sp>
        <p:nvSpPr>
          <p:cNvPr id="502" name="Google Shape;502;p39"/>
          <p:cNvSpPr txBox="1">
            <a:spLocks noGrp="1"/>
          </p:cNvSpPr>
          <p:nvPr>
            <p:ph type="subTitle" idx="2"/>
          </p:nvPr>
        </p:nvSpPr>
        <p:spPr>
          <a:xfrm>
            <a:off x="720001" y="2898525"/>
            <a:ext cx="25674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Development</a:t>
            </a:r>
            <a:endParaRPr/>
          </a:p>
        </p:txBody>
      </p:sp>
      <p:sp>
        <p:nvSpPr>
          <p:cNvPr id="503" name="Google Shape;503;p39"/>
          <p:cNvSpPr txBox="1">
            <a:spLocks noGrp="1"/>
          </p:cNvSpPr>
          <p:nvPr>
            <p:ph type="subTitle" idx="3"/>
          </p:nvPr>
        </p:nvSpPr>
        <p:spPr>
          <a:xfrm>
            <a:off x="3387019" y="3433125"/>
            <a:ext cx="2370000" cy="10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would freezes, AI would loop moves and AI took to long to move</a:t>
            </a:r>
            <a:endParaRPr/>
          </a:p>
        </p:txBody>
      </p:sp>
      <p:sp>
        <p:nvSpPr>
          <p:cNvPr id="504" name="Google Shape;504;p39"/>
          <p:cNvSpPr txBox="1">
            <a:spLocks noGrp="1"/>
          </p:cNvSpPr>
          <p:nvPr>
            <p:ph type="subTitle" idx="4"/>
          </p:nvPr>
        </p:nvSpPr>
        <p:spPr>
          <a:xfrm>
            <a:off x="3386981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</a:t>
            </a:r>
            <a:endParaRPr/>
          </a:p>
        </p:txBody>
      </p:sp>
      <p:sp>
        <p:nvSpPr>
          <p:cNvPr id="505" name="Google Shape;505;p39"/>
          <p:cNvSpPr txBox="1">
            <a:spLocks noGrp="1"/>
          </p:cNvSpPr>
          <p:nvPr>
            <p:ph type="subTitle" idx="5"/>
          </p:nvPr>
        </p:nvSpPr>
        <p:spPr>
          <a:xfrm>
            <a:off x="6054025" y="3433125"/>
            <a:ext cx="2370000" cy="10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would freeze if not players turn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Player vs AI</a:t>
            </a:r>
            <a:endParaRPr/>
          </a:p>
        </p:txBody>
      </p:sp>
      <p:sp>
        <p:nvSpPr>
          <p:cNvPr id="506" name="Google Shape;506;p39"/>
          <p:cNvSpPr txBox="1">
            <a:spLocks noGrp="1"/>
          </p:cNvSpPr>
          <p:nvPr>
            <p:ph type="subTitle" idx="6"/>
          </p:nvPr>
        </p:nvSpPr>
        <p:spPr>
          <a:xfrm>
            <a:off x="6053975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Smoothness</a:t>
            </a:r>
            <a:endParaRPr/>
          </a:p>
        </p:txBody>
      </p:sp>
      <p:sp>
        <p:nvSpPr>
          <p:cNvPr id="507" name="Google Shape;507;p39"/>
          <p:cNvSpPr/>
          <p:nvPr/>
        </p:nvSpPr>
        <p:spPr>
          <a:xfrm>
            <a:off x="1417950" y="1616575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9"/>
          <p:cNvSpPr/>
          <p:nvPr/>
        </p:nvSpPr>
        <p:spPr>
          <a:xfrm>
            <a:off x="4084925" y="1616575"/>
            <a:ext cx="974100" cy="9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9"/>
          <p:cNvSpPr/>
          <p:nvPr/>
        </p:nvSpPr>
        <p:spPr>
          <a:xfrm>
            <a:off x="6751900" y="1616575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9"/>
          <p:cNvSpPr/>
          <p:nvPr/>
        </p:nvSpPr>
        <p:spPr>
          <a:xfrm>
            <a:off x="1693834" y="1943142"/>
            <a:ext cx="422332" cy="320967"/>
          </a:xfrm>
          <a:custGeom>
            <a:avLst/>
            <a:gdLst/>
            <a:ahLst/>
            <a:cxnLst/>
            <a:rect l="l" t="t" r="r" b="b"/>
            <a:pathLst>
              <a:path w="11566" h="8790" extrusionOk="0">
                <a:moveTo>
                  <a:pt x="8884" y="5187"/>
                </a:moveTo>
                <a:cubicBezTo>
                  <a:pt x="9521" y="5187"/>
                  <a:pt x="10036" y="5702"/>
                  <a:pt x="10036" y="6325"/>
                </a:cubicBezTo>
                <a:cubicBezTo>
                  <a:pt x="10036" y="6962"/>
                  <a:pt x="9521" y="7476"/>
                  <a:pt x="8884" y="7476"/>
                </a:cubicBezTo>
                <a:cubicBezTo>
                  <a:pt x="8261" y="7476"/>
                  <a:pt x="7746" y="6962"/>
                  <a:pt x="7746" y="6325"/>
                </a:cubicBezTo>
                <a:cubicBezTo>
                  <a:pt x="7746" y="5702"/>
                  <a:pt x="8261" y="5187"/>
                  <a:pt x="8884" y="5187"/>
                </a:cubicBezTo>
                <a:close/>
                <a:moveTo>
                  <a:pt x="2425" y="5025"/>
                </a:moveTo>
                <a:cubicBezTo>
                  <a:pt x="2668" y="5025"/>
                  <a:pt x="2871" y="5214"/>
                  <a:pt x="2871" y="5458"/>
                </a:cubicBezTo>
                <a:lnTo>
                  <a:pt x="2871" y="5891"/>
                </a:lnTo>
                <a:lnTo>
                  <a:pt x="3291" y="5891"/>
                </a:lnTo>
                <a:cubicBezTo>
                  <a:pt x="3535" y="5891"/>
                  <a:pt x="3738" y="6081"/>
                  <a:pt x="3738" y="6325"/>
                </a:cubicBezTo>
                <a:cubicBezTo>
                  <a:pt x="3738" y="6569"/>
                  <a:pt x="3535" y="6772"/>
                  <a:pt x="3291" y="6772"/>
                </a:cubicBezTo>
                <a:lnTo>
                  <a:pt x="2871" y="6772"/>
                </a:lnTo>
                <a:lnTo>
                  <a:pt x="2871" y="7192"/>
                </a:lnTo>
                <a:cubicBezTo>
                  <a:pt x="2871" y="7435"/>
                  <a:pt x="2668" y="7639"/>
                  <a:pt x="2425" y="7639"/>
                </a:cubicBezTo>
                <a:cubicBezTo>
                  <a:pt x="2181" y="7639"/>
                  <a:pt x="1977" y="7435"/>
                  <a:pt x="1977" y="7192"/>
                </a:cubicBezTo>
                <a:lnTo>
                  <a:pt x="1977" y="6772"/>
                </a:lnTo>
                <a:lnTo>
                  <a:pt x="1558" y="6772"/>
                </a:lnTo>
                <a:cubicBezTo>
                  <a:pt x="1314" y="6772"/>
                  <a:pt x="1111" y="6569"/>
                  <a:pt x="1111" y="6325"/>
                </a:cubicBezTo>
                <a:cubicBezTo>
                  <a:pt x="1111" y="6081"/>
                  <a:pt x="1314" y="5891"/>
                  <a:pt x="1558" y="5891"/>
                </a:cubicBezTo>
                <a:lnTo>
                  <a:pt x="1977" y="5891"/>
                </a:lnTo>
                <a:lnTo>
                  <a:pt x="1977" y="5458"/>
                </a:lnTo>
                <a:cubicBezTo>
                  <a:pt x="1977" y="5214"/>
                  <a:pt x="2181" y="5025"/>
                  <a:pt x="2425" y="5025"/>
                </a:cubicBezTo>
                <a:close/>
                <a:moveTo>
                  <a:pt x="7246" y="0"/>
                </a:moveTo>
                <a:cubicBezTo>
                  <a:pt x="7237" y="0"/>
                  <a:pt x="7228" y="0"/>
                  <a:pt x="7219" y="1"/>
                </a:cubicBezTo>
                <a:cubicBezTo>
                  <a:pt x="6975" y="14"/>
                  <a:pt x="6785" y="218"/>
                  <a:pt x="6785" y="461"/>
                </a:cubicBezTo>
                <a:lnTo>
                  <a:pt x="6813" y="962"/>
                </a:lnTo>
                <a:lnTo>
                  <a:pt x="6148" y="962"/>
                </a:lnTo>
                <a:cubicBezTo>
                  <a:pt x="5688" y="962"/>
                  <a:pt x="5309" y="1341"/>
                  <a:pt x="5309" y="1802"/>
                </a:cubicBezTo>
                <a:lnTo>
                  <a:pt x="5309" y="3860"/>
                </a:lnTo>
                <a:lnTo>
                  <a:pt x="4375" y="3860"/>
                </a:lnTo>
                <a:cubicBezTo>
                  <a:pt x="4321" y="3481"/>
                  <a:pt x="3996" y="3197"/>
                  <a:pt x="3602" y="3197"/>
                </a:cubicBezTo>
                <a:lnTo>
                  <a:pt x="3075" y="3197"/>
                </a:lnTo>
                <a:cubicBezTo>
                  <a:pt x="2681" y="3197"/>
                  <a:pt x="2356" y="3495"/>
                  <a:pt x="2302" y="3860"/>
                </a:cubicBezTo>
                <a:cubicBezTo>
                  <a:pt x="1016" y="3955"/>
                  <a:pt x="0" y="5025"/>
                  <a:pt x="0" y="6325"/>
                </a:cubicBezTo>
                <a:cubicBezTo>
                  <a:pt x="0" y="7693"/>
                  <a:pt x="1098" y="8790"/>
                  <a:pt x="2465" y="8790"/>
                </a:cubicBezTo>
                <a:lnTo>
                  <a:pt x="9088" y="8790"/>
                </a:lnTo>
                <a:cubicBezTo>
                  <a:pt x="10455" y="8790"/>
                  <a:pt x="11566" y="7693"/>
                  <a:pt x="11566" y="6325"/>
                </a:cubicBezTo>
                <a:cubicBezTo>
                  <a:pt x="11566" y="5025"/>
                  <a:pt x="10536" y="3955"/>
                  <a:pt x="9250" y="3860"/>
                </a:cubicBezTo>
                <a:cubicBezTo>
                  <a:pt x="9196" y="3495"/>
                  <a:pt x="8871" y="3197"/>
                  <a:pt x="8478" y="3197"/>
                </a:cubicBezTo>
                <a:lnTo>
                  <a:pt x="7950" y="3197"/>
                </a:lnTo>
                <a:cubicBezTo>
                  <a:pt x="7557" y="3197"/>
                  <a:pt x="7232" y="3481"/>
                  <a:pt x="7178" y="3860"/>
                </a:cubicBezTo>
                <a:lnTo>
                  <a:pt x="6203" y="3860"/>
                </a:lnTo>
                <a:lnTo>
                  <a:pt x="6203" y="1870"/>
                </a:lnTo>
                <a:lnTo>
                  <a:pt x="6894" y="1870"/>
                </a:lnTo>
                <a:cubicBezTo>
                  <a:pt x="7110" y="1870"/>
                  <a:pt x="7327" y="1774"/>
                  <a:pt x="7476" y="1612"/>
                </a:cubicBezTo>
                <a:cubicBezTo>
                  <a:pt x="7638" y="1449"/>
                  <a:pt x="7719" y="1233"/>
                  <a:pt x="7706" y="1016"/>
                </a:cubicBezTo>
                <a:lnTo>
                  <a:pt x="7692" y="434"/>
                </a:lnTo>
                <a:cubicBezTo>
                  <a:pt x="7680" y="185"/>
                  <a:pt x="7490" y="0"/>
                  <a:pt x="72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1" name="Google Shape;511;p39"/>
          <p:cNvGrpSpPr/>
          <p:nvPr/>
        </p:nvGrpSpPr>
        <p:grpSpPr>
          <a:xfrm>
            <a:off x="4395165" y="1926815"/>
            <a:ext cx="353621" cy="353621"/>
            <a:chOff x="2669290" y="3199016"/>
            <a:chExt cx="309380" cy="309380"/>
          </a:xfrm>
        </p:grpSpPr>
        <p:sp>
          <p:nvSpPr>
            <p:cNvPr id="512" name="Google Shape;512;p39"/>
            <p:cNvSpPr/>
            <p:nvPr/>
          </p:nvSpPr>
          <p:spPr>
            <a:xfrm>
              <a:off x="2764050" y="3310644"/>
              <a:ext cx="119899" cy="95235"/>
            </a:xfrm>
            <a:custGeom>
              <a:avLst/>
              <a:gdLst/>
              <a:ahLst/>
              <a:cxnLst/>
              <a:rect l="l" t="t" r="r" b="b"/>
              <a:pathLst>
                <a:path w="3753" h="2981" extrusionOk="0">
                  <a:moveTo>
                    <a:pt x="1883" y="1"/>
                  </a:moveTo>
                  <a:lnTo>
                    <a:pt x="0" y="2980"/>
                  </a:lnTo>
                  <a:lnTo>
                    <a:pt x="3752" y="2980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/>
            <p:cNvSpPr/>
            <p:nvPr/>
          </p:nvSpPr>
          <p:spPr>
            <a:xfrm>
              <a:off x="2669290" y="3199016"/>
              <a:ext cx="309380" cy="309380"/>
            </a:xfrm>
            <a:custGeom>
              <a:avLst/>
              <a:gdLst/>
              <a:ahLst/>
              <a:cxnLst/>
              <a:rect l="l" t="t" r="r" b="b"/>
              <a:pathLst>
                <a:path w="9684" h="9684" extrusionOk="0">
                  <a:moveTo>
                    <a:pt x="4849" y="1774"/>
                  </a:moveTo>
                  <a:cubicBezTo>
                    <a:pt x="5120" y="1774"/>
                    <a:pt x="5364" y="1924"/>
                    <a:pt x="5526" y="2167"/>
                  </a:cubicBezTo>
                  <a:lnTo>
                    <a:pt x="8289" y="6555"/>
                  </a:lnTo>
                  <a:cubicBezTo>
                    <a:pt x="8452" y="6812"/>
                    <a:pt x="8465" y="7110"/>
                    <a:pt x="8329" y="7354"/>
                  </a:cubicBezTo>
                  <a:cubicBezTo>
                    <a:pt x="8194" y="7612"/>
                    <a:pt x="7923" y="7760"/>
                    <a:pt x="7625" y="7760"/>
                  </a:cubicBezTo>
                  <a:lnTo>
                    <a:pt x="2059" y="7760"/>
                  </a:lnTo>
                  <a:cubicBezTo>
                    <a:pt x="1762" y="7760"/>
                    <a:pt x="1504" y="7612"/>
                    <a:pt x="1368" y="7354"/>
                  </a:cubicBezTo>
                  <a:cubicBezTo>
                    <a:pt x="1220" y="7110"/>
                    <a:pt x="1247" y="6812"/>
                    <a:pt x="1395" y="6555"/>
                  </a:cubicBezTo>
                  <a:lnTo>
                    <a:pt x="4158" y="2167"/>
                  </a:lnTo>
                  <a:cubicBezTo>
                    <a:pt x="4321" y="1924"/>
                    <a:pt x="4578" y="1774"/>
                    <a:pt x="4849" y="1774"/>
                  </a:cubicBezTo>
                  <a:close/>
                  <a:moveTo>
                    <a:pt x="2574" y="1"/>
                  </a:moveTo>
                  <a:cubicBezTo>
                    <a:pt x="1152" y="1"/>
                    <a:pt x="1" y="1151"/>
                    <a:pt x="1" y="2574"/>
                  </a:cubicBezTo>
                  <a:lnTo>
                    <a:pt x="1" y="7110"/>
                  </a:lnTo>
                  <a:cubicBezTo>
                    <a:pt x="1" y="8533"/>
                    <a:pt x="1152" y="9683"/>
                    <a:pt x="2574" y="9683"/>
                  </a:cubicBezTo>
                  <a:lnTo>
                    <a:pt x="7110" y="9683"/>
                  </a:lnTo>
                  <a:cubicBezTo>
                    <a:pt x="8533" y="9683"/>
                    <a:pt x="9684" y="8533"/>
                    <a:pt x="9684" y="7110"/>
                  </a:cubicBezTo>
                  <a:lnTo>
                    <a:pt x="9684" y="2574"/>
                  </a:lnTo>
                  <a:cubicBezTo>
                    <a:pt x="9684" y="1151"/>
                    <a:pt x="8533" y="1"/>
                    <a:pt x="7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4" name="Google Shape;514;p39"/>
          <p:cNvSpPr/>
          <p:nvPr/>
        </p:nvSpPr>
        <p:spPr>
          <a:xfrm>
            <a:off x="7105670" y="1897407"/>
            <a:ext cx="266560" cy="412437"/>
          </a:xfrm>
          <a:custGeom>
            <a:avLst/>
            <a:gdLst/>
            <a:ahLst/>
            <a:cxnLst/>
            <a:rect l="l" t="t" r="r" b="b"/>
            <a:pathLst>
              <a:path w="7300" h="11295" extrusionOk="0">
                <a:moveTo>
                  <a:pt x="3657" y="5146"/>
                </a:moveTo>
                <a:cubicBezTo>
                  <a:pt x="3833" y="5146"/>
                  <a:pt x="3982" y="5296"/>
                  <a:pt x="3982" y="5471"/>
                </a:cubicBezTo>
                <a:lnTo>
                  <a:pt x="3982" y="5756"/>
                </a:lnTo>
                <a:lnTo>
                  <a:pt x="4266" y="5756"/>
                </a:lnTo>
                <a:cubicBezTo>
                  <a:pt x="4443" y="5756"/>
                  <a:pt x="4591" y="5905"/>
                  <a:pt x="4591" y="6094"/>
                </a:cubicBezTo>
                <a:cubicBezTo>
                  <a:pt x="4591" y="6271"/>
                  <a:pt x="4443" y="6419"/>
                  <a:pt x="4266" y="6419"/>
                </a:cubicBezTo>
                <a:lnTo>
                  <a:pt x="3982" y="6419"/>
                </a:lnTo>
                <a:lnTo>
                  <a:pt x="3982" y="6704"/>
                </a:lnTo>
                <a:cubicBezTo>
                  <a:pt x="3982" y="6880"/>
                  <a:pt x="3833" y="7029"/>
                  <a:pt x="3657" y="7029"/>
                </a:cubicBezTo>
                <a:cubicBezTo>
                  <a:pt x="3468" y="7029"/>
                  <a:pt x="3318" y="6880"/>
                  <a:pt x="3318" y="6704"/>
                </a:cubicBezTo>
                <a:lnTo>
                  <a:pt x="3318" y="6419"/>
                </a:lnTo>
                <a:lnTo>
                  <a:pt x="3034" y="6419"/>
                </a:lnTo>
                <a:cubicBezTo>
                  <a:pt x="2858" y="6419"/>
                  <a:pt x="2709" y="6271"/>
                  <a:pt x="2709" y="6094"/>
                </a:cubicBezTo>
                <a:cubicBezTo>
                  <a:pt x="2709" y="5905"/>
                  <a:pt x="2858" y="5756"/>
                  <a:pt x="3034" y="5756"/>
                </a:cubicBezTo>
                <a:lnTo>
                  <a:pt x="3318" y="5756"/>
                </a:lnTo>
                <a:lnTo>
                  <a:pt x="3318" y="5471"/>
                </a:lnTo>
                <a:cubicBezTo>
                  <a:pt x="3318" y="5296"/>
                  <a:pt x="3468" y="5146"/>
                  <a:pt x="3657" y="5146"/>
                </a:cubicBezTo>
                <a:close/>
                <a:moveTo>
                  <a:pt x="3657" y="7584"/>
                </a:moveTo>
                <a:cubicBezTo>
                  <a:pt x="3995" y="7584"/>
                  <a:pt x="4280" y="7869"/>
                  <a:pt x="4280" y="8221"/>
                </a:cubicBezTo>
                <a:cubicBezTo>
                  <a:pt x="4280" y="8559"/>
                  <a:pt x="3995" y="8844"/>
                  <a:pt x="3657" y="8844"/>
                </a:cubicBezTo>
                <a:cubicBezTo>
                  <a:pt x="3305" y="8844"/>
                  <a:pt x="3020" y="8559"/>
                  <a:pt x="3020" y="8221"/>
                </a:cubicBezTo>
                <a:cubicBezTo>
                  <a:pt x="3020" y="7869"/>
                  <a:pt x="3305" y="7584"/>
                  <a:pt x="3657" y="7584"/>
                </a:cubicBezTo>
                <a:close/>
                <a:moveTo>
                  <a:pt x="3643" y="0"/>
                </a:moveTo>
                <a:cubicBezTo>
                  <a:pt x="2560" y="0"/>
                  <a:pt x="1666" y="894"/>
                  <a:pt x="1666" y="1977"/>
                </a:cubicBezTo>
                <a:cubicBezTo>
                  <a:pt x="1666" y="2763"/>
                  <a:pt x="2126" y="3440"/>
                  <a:pt x="2776" y="3765"/>
                </a:cubicBezTo>
                <a:lnTo>
                  <a:pt x="2776" y="4402"/>
                </a:lnTo>
                <a:cubicBezTo>
                  <a:pt x="2289" y="4686"/>
                  <a:pt x="1964" y="5228"/>
                  <a:pt x="1964" y="5838"/>
                </a:cubicBezTo>
                <a:lnTo>
                  <a:pt x="1964" y="9657"/>
                </a:lnTo>
                <a:lnTo>
                  <a:pt x="826" y="9657"/>
                </a:lnTo>
                <a:cubicBezTo>
                  <a:pt x="366" y="9657"/>
                  <a:pt x="1" y="10022"/>
                  <a:pt x="1" y="10469"/>
                </a:cubicBezTo>
                <a:cubicBezTo>
                  <a:pt x="1" y="10930"/>
                  <a:pt x="366" y="11295"/>
                  <a:pt x="826" y="11295"/>
                </a:cubicBezTo>
                <a:lnTo>
                  <a:pt x="6474" y="11295"/>
                </a:lnTo>
                <a:cubicBezTo>
                  <a:pt x="6935" y="11295"/>
                  <a:pt x="7300" y="10930"/>
                  <a:pt x="7300" y="10469"/>
                </a:cubicBezTo>
                <a:cubicBezTo>
                  <a:pt x="7300" y="10022"/>
                  <a:pt x="6935" y="9657"/>
                  <a:pt x="6474" y="9657"/>
                </a:cubicBezTo>
                <a:lnTo>
                  <a:pt x="5337" y="9657"/>
                </a:lnTo>
                <a:lnTo>
                  <a:pt x="5337" y="5838"/>
                </a:lnTo>
                <a:cubicBezTo>
                  <a:pt x="5337" y="5242"/>
                  <a:pt x="5025" y="4713"/>
                  <a:pt x="4551" y="4415"/>
                </a:cubicBezTo>
                <a:lnTo>
                  <a:pt x="4551" y="3738"/>
                </a:lnTo>
                <a:cubicBezTo>
                  <a:pt x="5187" y="3413"/>
                  <a:pt x="5635" y="2750"/>
                  <a:pt x="5635" y="1977"/>
                </a:cubicBezTo>
                <a:cubicBezTo>
                  <a:pt x="5635" y="894"/>
                  <a:pt x="4741" y="0"/>
                  <a:pt x="364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5" name="Google Shape;515;p39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516" name="Google Shape;516;p39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0"/>
          <p:cNvSpPr txBox="1">
            <a:spLocks noGrp="1"/>
          </p:cNvSpPr>
          <p:nvPr>
            <p:ph type="subTitle" idx="1"/>
          </p:nvPr>
        </p:nvSpPr>
        <p:spPr>
          <a:xfrm>
            <a:off x="2159400" y="1207588"/>
            <a:ext cx="4825200" cy="20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ranienbaum"/>
                <a:ea typeface="Oranienbaum"/>
                <a:cs typeface="Oranienbaum"/>
                <a:sym typeface="Oranienbaum"/>
              </a:rPr>
              <a:t>Future Improvements</a:t>
            </a:r>
            <a:endParaRPr b="1">
              <a:latin typeface="Oranienbaum"/>
              <a:ea typeface="Oranienbaum"/>
              <a:cs typeface="Oranienbaum"/>
              <a:sym typeface="Oranienbaum"/>
            </a:endParaRPr>
          </a:p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</a:rPr>
              <a:t>Possible Enhancements</a:t>
            </a:r>
            <a:endParaRPr sz="1700" b="1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naheim"/>
              <a:buChar char="●"/>
            </a:pPr>
            <a:r>
              <a:rPr lang="en" sz="1300">
                <a:solidFill>
                  <a:schemeClr val="lt1"/>
                </a:solidFill>
              </a:rPr>
              <a:t>Stronger AI</a:t>
            </a:r>
            <a:endParaRPr sz="1300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naheim"/>
              <a:buChar char="●"/>
            </a:pPr>
            <a:r>
              <a:rPr lang="en" sz="1300">
                <a:solidFill>
                  <a:schemeClr val="lt1"/>
                </a:solidFill>
              </a:rPr>
              <a:t>Online Multiplayer</a:t>
            </a:r>
            <a:endParaRPr sz="1300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naheim"/>
              <a:buChar char="●"/>
            </a:pPr>
            <a:r>
              <a:rPr lang="en" sz="1300">
                <a:solidFill>
                  <a:schemeClr val="lt1"/>
                </a:solidFill>
              </a:rPr>
              <a:t>Difficulty Levels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523" name="Google Shape;523;p40"/>
          <p:cNvSpPr/>
          <p:nvPr/>
        </p:nvSpPr>
        <p:spPr>
          <a:xfrm>
            <a:off x="38122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40"/>
          <p:cNvSpPr/>
          <p:nvPr/>
        </p:nvSpPr>
        <p:spPr>
          <a:xfrm>
            <a:off x="44824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40"/>
          <p:cNvSpPr/>
          <p:nvPr/>
        </p:nvSpPr>
        <p:spPr>
          <a:xfrm>
            <a:off x="51526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40"/>
          <p:cNvSpPr/>
          <p:nvPr/>
        </p:nvSpPr>
        <p:spPr>
          <a:xfrm>
            <a:off x="38122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40"/>
          <p:cNvSpPr/>
          <p:nvPr/>
        </p:nvSpPr>
        <p:spPr>
          <a:xfrm>
            <a:off x="44824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40"/>
          <p:cNvSpPr/>
          <p:nvPr/>
        </p:nvSpPr>
        <p:spPr>
          <a:xfrm>
            <a:off x="51526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40"/>
          <p:cNvSpPr txBox="1"/>
          <p:nvPr/>
        </p:nvSpPr>
        <p:spPr>
          <a:xfrm>
            <a:off x="5199888" y="2320800"/>
            <a:ext cx="1778400" cy="11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naheim"/>
              <a:buChar char="●"/>
            </a:pPr>
            <a:r>
              <a:rPr lang="en" sz="13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Move Analysis</a:t>
            </a:r>
            <a:endParaRPr sz="13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naheim"/>
              <a:buChar char="●"/>
            </a:pPr>
            <a:r>
              <a:rPr lang="en" sz="13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Game Saving</a:t>
            </a:r>
            <a:endParaRPr sz="13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naheim"/>
              <a:buChar char="●"/>
            </a:pPr>
            <a:r>
              <a:rPr lang="en" sz="13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Undo Feature</a:t>
            </a:r>
            <a:endParaRPr sz="13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naheim"/>
              <a:buChar char="●"/>
            </a:pPr>
            <a:r>
              <a:rPr lang="en" sz="13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Timers</a:t>
            </a:r>
            <a:endParaRPr sz="16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1"/>
          <p:cNvSpPr txBox="1">
            <a:spLocks noGrp="1"/>
          </p:cNvSpPr>
          <p:nvPr>
            <p:ph type="ctrTitle"/>
          </p:nvPr>
        </p:nvSpPr>
        <p:spPr>
          <a:xfrm>
            <a:off x="2178025" y="723700"/>
            <a:ext cx="47880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535" name="Google Shape;535;p41"/>
          <p:cNvSpPr txBox="1">
            <a:spLocks noGrp="1"/>
          </p:cNvSpPr>
          <p:nvPr>
            <p:ph type="subTitle" idx="2"/>
          </p:nvPr>
        </p:nvSpPr>
        <p:spPr>
          <a:xfrm>
            <a:off x="2274425" y="1704625"/>
            <a:ext cx="45951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Demonstration</a:t>
            </a:r>
            <a:endParaRPr/>
          </a:p>
        </p:txBody>
      </p:sp>
      <p:grpSp>
        <p:nvGrpSpPr>
          <p:cNvPr id="536" name="Google Shape;536;p41"/>
          <p:cNvGrpSpPr/>
          <p:nvPr/>
        </p:nvGrpSpPr>
        <p:grpSpPr>
          <a:xfrm>
            <a:off x="1917138" y="1137288"/>
            <a:ext cx="897350" cy="179100"/>
            <a:chOff x="1456300" y="2782838"/>
            <a:chExt cx="897350" cy="179100"/>
          </a:xfrm>
        </p:grpSpPr>
        <p:sp>
          <p:nvSpPr>
            <p:cNvPr id="537" name="Google Shape;537;p41"/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1"/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1"/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41"/>
          <p:cNvGrpSpPr/>
          <p:nvPr/>
        </p:nvGrpSpPr>
        <p:grpSpPr>
          <a:xfrm>
            <a:off x="6329513" y="1137288"/>
            <a:ext cx="897350" cy="179100"/>
            <a:chOff x="1456300" y="2782838"/>
            <a:chExt cx="897350" cy="179100"/>
          </a:xfrm>
        </p:grpSpPr>
        <p:sp>
          <p:nvSpPr>
            <p:cNvPr id="541" name="Google Shape;541;p41"/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1"/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1"/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4" name="Google Shape;544;p41"/>
          <p:cNvSpPr/>
          <p:nvPr/>
        </p:nvSpPr>
        <p:spPr>
          <a:xfrm>
            <a:off x="2418500" y="3614250"/>
            <a:ext cx="4193700" cy="72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erican Chess Day by Slidesgo">
  <a:themeElements>
    <a:clrScheme name="Simple Light">
      <a:dk1>
        <a:srgbClr val="523E32"/>
      </a:dk1>
      <a:lt1>
        <a:srgbClr val="816353"/>
      </a:lt1>
      <a:dk2>
        <a:srgbClr val="719972"/>
      </a:dk2>
      <a:lt2>
        <a:srgbClr val="F7F0E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23E3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On-screen Show (16:9)</PresentationFormat>
  <Paragraphs>111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Anaheim</vt:lpstr>
      <vt:lpstr>Arial</vt:lpstr>
      <vt:lpstr>Oranienbaum</vt:lpstr>
      <vt:lpstr>Roboto Condensed Light</vt:lpstr>
      <vt:lpstr>American Chess Day by Slidesgo</vt:lpstr>
      <vt:lpstr> CHESS ENGINE</vt:lpstr>
      <vt:lpstr>PROBLEM STATEMENT</vt:lpstr>
      <vt:lpstr>DEVELOPMENT METHODOLOGY</vt:lpstr>
      <vt:lpstr>TECHNOLOGIES USED</vt:lpstr>
      <vt:lpstr>CHESS ENGINE ARCHITECTURE </vt:lpstr>
      <vt:lpstr>UML DIAGRAMS</vt:lpstr>
      <vt:lpstr>SECURITY &amp; RELIABILITY</vt:lpstr>
      <vt:lpstr>GITHUB EVIDENCE</vt:lpstr>
      <vt:lpstr>THESE ARE FIVE COLUMNS</vt:lpstr>
      <vt:lpstr>CHALLENGES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Allan Luong</cp:lastModifiedBy>
  <cp:revision>1</cp:revision>
  <dcterms:modified xsi:type="dcterms:W3CDTF">2026-06-30T23:27:59Z</dcterms:modified>
</cp:coreProperties>
</file>